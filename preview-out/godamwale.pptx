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1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jpeg"/><Relationship Id="rId3" Type="http://schemas.openxmlformats.org/officeDocument/2006/relationships/image" Target="../media/image-3-3.jpeg"/><Relationship Id="rId4" Type="http://schemas.openxmlformats.org/officeDocument/2006/relationships/image" Target="../media/image-3-4.jpeg"/><Relationship Id="rId5" Type="http://schemas.openxmlformats.org/officeDocument/2006/relationships/image" Target="../media/image-3-5.jpeg"/><Relationship Id="rId6" Type="http://schemas.openxmlformats.org/officeDocument/2006/relationships/image" Target="../media/image-3-1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jpeg"/><Relationship Id="rId3" Type="http://schemas.openxmlformats.org/officeDocument/2006/relationships/image" Target="../media/image-4-3.jpeg"/><Relationship Id="rId4" Type="http://schemas.openxmlformats.org/officeDocument/2006/relationships/image" Target="../media/image-4-4.jpeg"/><Relationship Id="rId5" Type="http://schemas.openxmlformats.org/officeDocument/2006/relationships/image" Target="../media/image-4-5.jpeg"/><Relationship Id="rId6" Type="http://schemas.openxmlformats.org/officeDocument/2006/relationships/image" Target="../media/image-4-1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maps.app.goo.gl/wmLGYT9HakbsQDrC7" TargetMode="External"/><Relationship Id="rId2" Type="http://schemas.openxmlformats.org/officeDocument/2006/relationships/image" Target="../media/image-5-1.png"/><Relationship Id="rId3" Type="http://schemas.openxmlformats.org/officeDocument/2006/relationships/image" Target="../media/image-5-1.png"/><Relationship Id="rId4" Type="http://schemas.openxmlformats.org/officeDocument/2006/relationships/image" Target="../media/image-5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maps.app.goo.gl/y7ZDn52obn7qE91j9?g_st=ac" TargetMode="External"/><Relationship Id="rId2" Type="http://schemas.openxmlformats.org/officeDocument/2006/relationships/image" Target="../media/image-6-1.png"/><Relationship Id="rId3" Type="http://schemas.openxmlformats.org/officeDocument/2006/relationships/image" Target="../media/image-6-2.jpeg"/><Relationship Id="rId4" Type="http://schemas.openxmlformats.org/officeDocument/2006/relationships/image" Target="../media/image-6-3.jpeg"/><Relationship Id="rId5" Type="http://schemas.openxmlformats.org/officeDocument/2006/relationships/image" Target="../media/image-6-4.jpeg"/><Relationship Id="rId6" Type="http://schemas.openxmlformats.org/officeDocument/2006/relationships/image" Target="../media/image-6-5.jpeg"/><Relationship Id="rId7" Type="http://schemas.openxmlformats.org/officeDocument/2006/relationships/image" Target="../media/image-6-1.png"/><Relationship Id="rId8" Type="http://schemas.openxmlformats.org/officeDocument/2006/relationships/image" Target="../media/image-6-7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1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rs0125/dev/wareongo/Warehouse-Proposal-Engine/assets/cover-hero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120640" y="0"/>
            <a:ext cx="402336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120640" y="0"/>
            <a:ext cx="4023360" cy="5143500"/>
          </a:xfrm>
          <a:prstGeom prst="rect">
            <a:avLst/>
          </a:prstGeom>
          <a:solidFill>
            <a:srgbClr val="000000">
              <a:alpha val="7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120640" y="0"/>
            <a:ext cx="54864" cy="5143500"/>
          </a:xfrm>
          <a:prstGeom prst="rect">
            <a:avLst/>
          </a:prstGeom>
          <a:solidFill>
            <a:srgbClr val="D0D0D0"/>
          </a:solidFill>
          <a:ln w="12700">
            <a:solidFill>
              <a:srgbClr val="D0D0D0"/>
            </a:solidFill>
            <a:prstDash val="solid"/>
          </a:ln>
        </p:spPr>
      </p:sp>
      <p:pic>
        <p:nvPicPr>
          <p:cNvPr id="5" name="Image 1" descr="/home/rs0125/dev/wareongo/Warehouse-Proposal-Engine/assets/godamwale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6304"/>
            <a:ext cx="1828800" cy="30175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121408" y="118872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919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TM</a:t>
            </a:r>
            <a:endParaRPr lang="en-US" sz="700" dirty="0"/>
          </a:p>
        </p:txBody>
      </p:sp>
      <p:pic>
        <p:nvPicPr>
          <p:cNvPr id="7" name="Image 2" descr="/home/rs0125/dev/wareongo/Warehouse-Proposal-Engine/assets/godamwale_icon.png">    </p:cNvPr>
          <p:cNvPicPr>
            <a:picLocks noChangeAspect="1"/>
          </p:cNvPicPr>
          <p:nvPr/>
        </p:nvPicPr>
        <p:blipFill>
          <a:blip r:embed="rId3">
            <a:alphaModFix amt="15000"/>
          </a:blip>
          <a:stretch>
            <a:fillRect/>
          </a:stretch>
        </p:blipFill>
        <p:spPr>
          <a:xfrm>
            <a:off x="7882128" y="-704088"/>
            <a:ext cx="2011680" cy="201168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329184" y="2232050"/>
            <a:ext cx="470916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Warehouse Options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 </a:t>
            </a:r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Acme Logistics</a:t>
            </a:r>
            <a:endParaRPr lang="en-US" sz="3000" dirty="0"/>
          </a:p>
        </p:txBody>
      </p:sp>
      <p:sp>
        <p:nvSpPr>
          <p:cNvPr id="9" name="Shape 4"/>
          <p:cNvSpPr/>
          <p:nvPr/>
        </p:nvSpPr>
        <p:spPr>
          <a:xfrm>
            <a:off x="402336" y="3858768"/>
            <a:ext cx="457200" cy="50292"/>
          </a:xfrm>
          <a:prstGeom prst="rect">
            <a:avLst/>
          </a:prstGeom>
          <a:solidFill>
            <a:srgbClr val="D42020"/>
          </a:solidFill>
          <a:ln w="12700">
            <a:solidFill>
              <a:srgbClr val="D42020"/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819302" y="3858768"/>
            <a:ext cx="3017520" cy="50292"/>
          </a:xfrm>
          <a:prstGeom prst="rect">
            <a:avLst/>
          </a:prstGeom>
          <a:solidFill>
            <a:srgbClr val="D0D0D0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329184" y="4041648"/>
            <a:ext cx="355335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Bengaluru   ·   4 Properties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118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INDEX</a:t>
            </a:r>
            <a:endParaRPr lang="en-US" sz="21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37844"/>
          <a:ext cx="822960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731520"/>
                <a:gridCol w="2468880"/>
                <a:gridCol w="1828800"/>
                <a:gridCol w="1280160"/>
                <a:gridCol w="13716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S.No</a:t>
                      </a:r>
                      <a:endParaRPr lang="en-US" sz="8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WH ID</a:t>
                      </a:r>
                      <a:endParaRPr lang="en-US" sz="8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Location</a:t>
                      </a:r>
                      <a:endParaRPr lang="en-US" sz="8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Quoted Monthly Rental (INR/Sq.ft)</a:t>
                      </a:r>
                      <a:endParaRPr lang="en-US" sz="8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Offered Area (Sq.ft)</a:t>
                      </a:r>
                      <a:endParaRPr lang="en-US" sz="8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Availability</a:t>
                      </a:r>
                      <a:endParaRPr lang="en-US" sz="8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</a:t>
                      </a:r>
                      <a:endParaRPr lang="en-US" sz="8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108</a:t>
                      </a:r>
                      <a:endParaRPr lang="en-US" sz="8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Bengaluru, Karnataka</a:t>
                      </a:r>
                      <a:endParaRPr lang="en-US" sz="8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23/-</a:t>
                      </a:r>
                      <a:endParaRPr lang="en-US" sz="8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51000</a:t>
                      </a:r>
                      <a:endParaRPr lang="en-US" sz="8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Yes</a:t>
                      </a:r>
                      <a:endParaRPr lang="en-US" sz="8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2</a:t>
                      </a:r>
                      <a:endParaRPr lang="en-US" sz="8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253</a:t>
                      </a:r>
                      <a:endParaRPr lang="en-US" sz="8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Bengaluru, Karnataka</a:t>
                      </a:r>
                      <a:endParaRPr lang="en-US" sz="8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26/-</a:t>
                      </a:r>
                      <a:endParaRPr lang="en-US" sz="8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72000</a:t>
                      </a:r>
                      <a:endParaRPr lang="en-US" sz="8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Yes</a:t>
                      </a:r>
                      <a:endParaRPr lang="en-US" sz="8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3</a:t>
                      </a:r>
                      <a:endParaRPr lang="en-US" sz="8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304</a:t>
                      </a:r>
                      <a:endParaRPr lang="en-US" sz="8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Vishakapatnam, Andhra Pradesh</a:t>
                      </a:r>
                      <a:endParaRPr lang="en-US" sz="8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25/-</a:t>
                      </a:r>
                      <a:endParaRPr lang="en-US" sz="8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43000</a:t>
                      </a:r>
                      <a:endParaRPr lang="en-US" sz="8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Yes</a:t>
                      </a:r>
                      <a:endParaRPr lang="en-US" sz="8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4</a:t>
                      </a:r>
                      <a:endParaRPr lang="en-US" sz="8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313</a:t>
                      </a:r>
                      <a:endParaRPr lang="en-US" sz="8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Bangalore, Karnataka</a:t>
                      </a:r>
                      <a:endParaRPr lang="en-US" sz="8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21/-</a:t>
                      </a:r>
                      <a:endParaRPr lang="en-US" sz="8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15000, 10000</a:t>
                      </a:r>
                      <a:endParaRPr lang="en-US" sz="8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Yes</a:t>
                      </a:r>
                      <a:endParaRPr lang="en-US" sz="8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4" name="Image 0" descr="/home/rs0125/dev/wareongo/Warehouse-Proposal-Engine/assets/godamwale_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" y="155448"/>
            <a:ext cx="329184" cy="329184"/>
          </a:xfrm>
          <a:prstGeom prst="rect">
            <a:avLst/>
          </a:prstGeom>
        </p:spPr>
      </p:pic>
      <p:pic>
        <p:nvPicPr>
          <p:cNvPr id="5" name="Image 1" descr="/home/rs0125/dev/wareongo/Warehouse-Proposal-Engine/assets/godamwale_icon.png">    </p:cNvPr>
          <p:cNvPicPr>
            <a:picLocks noChangeAspect="1"/>
          </p:cNvPicPr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7882128" y="-704088"/>
            <a:ext cx="2011680" cy="2011680"/>
          </a:xfrm>
          <a:prstGeom prst="rect">
            <a:avLst/>
          </a:prstGeom>
        </p:spPr>
      </p:pic>
      <p:pic>
        <p:nvPicPr>
          <p:cNvPr id="6" name="Image 2" descr="/home/rs0125/dev/wareongo/Warehouse-Proposal-Engine/assets/godamwale_bottom_b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047488"/>
            <a:ext cx="9144000" cy="9601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60604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606040" y="0"/>
            <a:ext cx="0" cy="514350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71323"/>
            <a:ext cx="1874520" cy="4489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Option 1 - ID 108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1382" y="566562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Location Details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872338"/>
          <a:ext cx="2395728" cy="914400"/>
        </p:xfrm>
        <a:graphic>
          <a:graphicData uri="http://schemas.openxmlformats.org/drawingml/2006/table">
            <a:tbl>
              <a:tblPr/>
              <a:tblGrid>
                <a:gridCol w="749808"/>
                <a:gridCol w="1645920"/>
              </a:tblGrid>
              <a:tr h="2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Address</a:t>
                      </a:r>
                      <a:endParaRPr lang="en-US" sz="7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Bengaluru, Karnataka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Google Maps</a:t>
                      </a:r>
                      <a:endParaRPr lang="en-US" sz="7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Available on demand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81382" y="1505651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Specifications</a:t>
            </a:r>
            <a:endParaRPr lang="en-US" sz="10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1811426"/>
          <a:ext cx="2395728" cy="914400"/>
        </p:xfrm>
        <a:graphic>
          <a:graphicData uri="http://schemas.openxmlformats.org/drawingml/2006/table">
            <a:tbl>
              <a:tblPr/>
              <a:tblGrid>
                <a:gridCol w="749808"/>
                <a:gridCol w="868680"/>
                <a:gridCol w="777240"/>
              </a:tblGrid>
              <a:tr h="2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Offered Area</a:t>
                      </a:r>
                      <a:endParaRPr lang="en-US" sz="7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51000 sqft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/>
                </a:tc>
              </a:tr>
              <a:tr h="2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Building</a:t>
                      </a:r>
                      <a:endParaRPr lang="en-US" sz="7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PEB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/>
                </a:tc>
              </a:tr>
              <a:tr h="2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Docks</a:t>
                      </a:r>
                      <a:endParaRPr lang="en-US" sz="7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5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N/A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Height</a:t>
                      </a:r>
                      <a:endParaRPr lang="en-US" sz="7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30 eaves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N/A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Flooring</a:t>
                      </a:r>
                      <a:endParaRPr lang="en-US" sz="7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N/A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/>
                </a:tc>
              </a:tr>
              <a:tr h="2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Fire Safety</a:t>
                      </a:r>
                      <a:endParaRPr lang="en-US" sz="7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N/A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/>
                </a:tc>
              </a:tr>
              <a:tr h="2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Compliances</a:t>
                      </a:r>
                      <a:endParaRPr lang="en-US" sz="7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Unverified CLU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Fire NOC - N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Handover</a:t>
                      </a:r>
                      <a:endParaRPr lang="en-US" sz="7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Yes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81382" y="4164726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Commercials</a:t>
            </a:r>
            <a:endParaRPr lang="en-US" sz="1000" dirty="0"/>
          </a:p>
        </p:txBody>
      </p:sp>
      <p:graphicFrame>
        <p:nvGraphicFramePr>
          <p:cNvPr id="10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4470502"/>
          <a:ext cx="2395728" cy="914400"/>
        </p:xfrm>
        <a:graphic>
          <a:graphicData uri="http://schemas.openxmlformats.org/drawingml/2006/table">
            <a:tbl>
              <a:tblPr/>
              <a:tblGrid>
                <a:gridCol w="749808"/>
                <a:gridCol w="1645920"/>
              </a:tblGrid>
              <a:tr h="4169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Rent per sq.ft (INR)</a:t>
                      </a:r>
                      <a:endParaRPr lang="en-US" sz="7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23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11" name="Image 0" descr="/home/rs0125/dev/wareongo/Warehouse-Proposal-Engine/assets/godamwale_icon.png">    </p:cNvPr>
          <p:cNvPicPr>
            <a:picLocks noChangeAspect="1"/>
          </p:cNvPicPr>
          <p:nvPr/>
        </p:nvPicPr>
        <p:blipFill>
          <a:blip r:embed="rId1">
            <a:alphaModFix amt="15000"/>
          </a:blip>
          <a:stretch>
            <a:fillRect/>
          </a:stretch>
        </p:blipFill>
        <p:spPr>
          <a:xfrm>
            <a:off x="7882128" y="-704088"/>
            <a:ext cx="2011680" cy="2011680"/>
          </a:xfrm>
          <a:prstGeom prst="rect">
            <a:avLst/>
          </a:prstGeom>
        </p:spPr>
      </p:pic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676449" y="327355"/>
            <a:ext cx="2904134" cy="2093976"/>
          </a:xfrm>
          <a:prstGeom prst="rect">
            <a:avLst/>
          </a:prstGeom>
        </p:spPr>
      </p:pic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800954" y="2615184"/>
            <a:ext cx="2904134" cy="2093976"/>
          </a:xfrm>
          <a:prstGeom prst="rect">
            <a:avLst/>
          </a:prstGeom>
        </p:spPr>
      </p:pic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2676449" y="2615184"/>
            <a:ext cx="2904134" cy="2093976"/>
          </a:xfrm>
          <a:prstGeom prst="rect">
            <a:avLst/>
          </a:prstGeom>
        </p:spPr>
      </p:pic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5800954" y="327355"/>
            <a:ext cx="2904134" cy="2093976"/>
          </a:xfrm>
          <a:prstGeom prst="rect">
            <a:avLst/>
          </a:prstGeom>
        </p:spPr>
      </p:pic>
      <p:pic>
        <p:nvPicPr>
          <p:cNvPr id="16" name="Image 5" descr="/home/rs0125/dev/wareongo/Warehouse-Proposal-Engine/assets/godamwale_ico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4592" y="155448"/>
            <a:ext cx="329184" cy="329184"/>
          </a:xfrm>
          <a:prstGeom prst="rect">
            <a:avLst/>
          </a:prstGeom>
        </p:spPr>
      </p:pic>
      <p:pic>
        <p:nvPicPr>
          <p:cNvPr id="17" name="Image 6" descr="/home/rs0125/dev/wareongo/Warehouse-Proposal-Engine/assets/godamwale_bottom_ba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5047488"/>
            <a:ext cx="9144000" cy="9601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60604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606040" y="0"/>
            <a:ext cx="0" cy="514350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71323"/>
            <a:ext cx="1874520" cy="4489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Option 2 - ID 253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1382" y="566562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Location Details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872338"/>
          <a:ext cx="2395728" cy="914400"/>
        </p:xfrm>
        <a:graphic>
          <a:graphicData uri="http://schemas.openxmlformats.org/drawingml/2006/table">
            <a:tbl>
              <a:tblPr/>
              <a:tblGrid>
                <a:gridCol w="749808"/>
                <a:gridCol w="1645920"/>
              </a:tblGrid>
              <a:tr h="2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Address</a:t>
                      </a:r>
                      <a:endParaRPr lang="en-US" sz="7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Bengaluru, Karnataka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Google Maps</a:t>
                      </a:r>
                      <a:endParaRPr lang="en-US" sz="7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Available on demand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81382" y="1505651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Specifications</a:t>
            </a:r>
            <a:endParaRPr lang="en-US" sz="100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1811426"/>
          <a:ext cx="2395728" cy="914400"/>
        </p:xfrm>
        <a:graphic>
          <a:graphicData uri="http://schemas.openxmlformats.org/drawingml/2006/table">
            <a:tbl>
              <a:tblPr/>
              <a:tblGrid>
                <a:gridCol w="749808"/>
                <a:gridCol w="868680"/>
                <a:gridCol w="777240"/>
              </a:tblGrid>
              <a:tr h="2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Offered Area</a:t>
                      </a:r>
                      <a:endParaRPr lang="en-US" sz="7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72000 sqft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/>
                </a:tc>
              </a:tr>
              <a:tr h="2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Building</a:t>
                      </a:r>
                      <a:endParaRPr lang="en-US" sz="7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PEB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/>
                </a:tc>
              </a:tr>
              <a:tr h="2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Docks</a:t>
                      </a:r>
                      <a:endParaRPr lang="en-US" sz="7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10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N/A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Height</a:t>
                      </a:r>
                      <a:endParaRPr lang="en-US" sz="7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35 eaves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N/A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Flooring</a:t>
                      </a:r>
                      <a:endParaRPr lang="en-US" sz="7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N/A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/>
                </a:tc>
              </a:tr>
              <a:tr h="2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Fire Safety</a:t>
                      </a:r>
                      <a:endParaRPr lang="en-US" sz="7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N/A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/>
                </a:tc>
              </a:tr>
              <a:tr h="2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Compliances</a:t>
                      </a:r>
                      <a:endParaRPr lang="en-US" sz="7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Unverified CLU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Fire NOC - N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Handover</a:t>
                      </a:r>
                      <a:endParaRPr lang="en-US" sz="7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Yes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81382" y="4164726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Commercials</a:t>
            </a:r>
            <a:endParaRPr lang="en-US" sz="1000" dirty="0"/>
          </a:p>
        </p:txBody>
      </p:sp>
      <p:graphicFrame>
        <p:nvGraphicFramePr>
          <p:cNvPr id="1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4470502"/>
          <a:ext cx="2395728" cy="914400"/>
        </p:xfrm>
        <a:graphic>
          <a:graphicData uri="http://schemas.openxmlformats.org/drawingml/2006/table">
            <a:tbl>
              <a:tblPr/>
              <a:tblGrid>
                <a:gridCol w="749808"/>
                <a:gridCol w="1645920"/>
              </a:tblGrid>
              <a:tr h="4169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Rent per sq.ft (INR)</a:t>
                      </a:r>
                      <a:endParaRPr lang="en-US" sz="7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26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11" name="Image 0" descr="/home/rs0125/dev/wareongo/Warehouse-Proposal-Engine/assets/godamwale_icon.png">    </p:cNvPr>
          <p:cNvPicPr>
            <a:picLocks noChangeAspect="1"/>
          </p:cNvPicPr>
          <p:nvPr/>
        </p:nvPicPr>
        <p:blipFill>
          <a:blip r:embed="rId1">
            <a:alphaModFix amt="15000"/>
          </a:blip>
          <a:stretch>
            <a:fillRect/>
          </a:stretch>
        </p:blipFill>
        <p:spPr>
          <a:xfrm>
            <a:off x="7882128" y="-704088"/>
            <a:ext cx="2011680" cy="2011680"/>
          </a:xfrm>
          <a:prstGeom prst="rect">
            <a:avLst/>
          </a:prstGeom>
        </p:spPr>
      </p:pic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676449" y="2615184"/>
            <a:ext cx="2904134" cy="2093976"/>
          </a:xfrm>
          <a:prstGeom prst="rect">
            <a:avLst/>
          </a:prstGeom>
        </p:spPr>
      </p:pic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2676449" y="327355"/>
            <a:ext cx="2904134" cy="2093976"/>
          </a:xfrm>
          <a:prstGeom prst="rect">
            <a:avLst/>
          </a:prstGeom>
        </p:spPr>
      </p:pic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800954" y="2615184"/>
            <a:ext cx="2904134" cy="2093976"/>
          </a:xfrm>
          <a:prstGeom prst="rect">
            <a:avLst/>
          </a:prstGeom>
        </p:spPr>
      </p:pic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5800954" y="327355"/>
            <a:ext cx="2904134" cy="2093976"/>
          </a:xfrm>
          <a:prstGeom prst="rect">
            <a:avLst/>
          </a:prstGeom>
        </p:spPr>
      </p:pic>
      <p:pic>
        <p:nvPicPr>
          <p:cNvPr id="16" name="Image 5" descr="/home/rs0125/dev/wareongo/Warehouse-Proposal-Engine/assets/godamwale_ico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4592" y="155448"/>
            <a:ext cx="329184" cy="329184"/>
          </a:xfrm>
          <a:prstGeom prst="rect">
            <a:avLst/>
          </a:prstGeom>
        </p:spPr>
      </p:pic>
      <p:pic>
        <p:nvPicPr>
          <p:cNvPr id="17" name="Image 6" descr="/home/rs0125/dev/wareongo/Warehouse-Proposal-Engine/assets/godamwale_bottom_ba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5047488"/>
            <a:ext cx="9144000" cy="9601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60604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606040" y="0"/>
            <a:ext cx="0" cy="514350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71323"/>
            <a:ext cx="1874520" cy="4489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Option 3 - ID 304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1382" y="566562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Location Details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872338"/>
          <a:ext cx="2395728" cy="914400"/>
        </p:xfrm>
        <a:graphic>
          <a:graphicData uri="http://schemas.openxmlformats.org/drawingml/2006/table">
            <a:tbl>
              <a:tblPr/>
              <a:tblGrid>
                <a:gridCol w="749808"/>
                <a:gridCol w="1645920"/>
              </a:tblGrid>
              <a:tr h="2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Address</a:t>
                      </a:r>
                      <a:endParaRPr lang="en-US" sz="7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Vishakapatnam, Andhra Pradesh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Google Maps</a:t>
                      </a:r>
                      <a:endParaRPr lang="en-US" sz="7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u="sng" dirty="0">
                          <a:solidFill>
                            <a:srgbClr val="1A56D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  <a:hlinkClick r:id="rId1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17.651217, 83.222063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81382" y="1505651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Specifications</a:t>
            </a:r>
            <a:endParaRPr lang="en-US" sz="10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1811426"/>
          <a:ext cx="2395728" cy="914400"/>
        </p:xfrm>
        <a:graphic>
          <a:graphicData uri="http://schemas.openxmlformats.org/drawingml/2006/table">
            <a:tbl>
              <a:tblPr/>
              <a:tblGrid>
                <a:gridCol w="749808"/>
                <a:gridCol w="868680"/>
                <a:gridCol w="777240"/>
              </a:tblGrid>
              <a:tr h="2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Offered Area</a:t>
                      </a:r>
                      <a:endParaRPr lang="en-US" sz="7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43000 sqft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/>
                </a:tc>
              </a:tr>
              <a:tr h="2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Building</a:t>
                      </a:r>
                      <a:endParaRPr lang="en-US" sz="7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PEB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/>
                </a:tc>
              </a:tr>
              <a:tr h="2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Docks</a:t>
                      </a:r>
                      <a:endParaRPr lang="en-US" sz="7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4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N/A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Height</a:t>
                      </a:r>
                      <a:endParaRPr lang="en-US" sz="7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24ft eaves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N/A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69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Flooring</a:t>
                      </a:r>
                      <a:endParaRPr lang="en-US" sz="7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Custom clearances also available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/>
                </a:tc>
              </a:tr>
              <a:tr h="2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Fire Safety</a:t>
                      </a:r>
                      <a:endParaRPr lang="en-US" sz="7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N/A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/>
                </a:tc>
              </a:tr>
              <a:tr h="2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Compliances</a:t>
                      </a:r>
                      <a:endParaRPr lang="en-US" sz="7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Unverified CLU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Fire NOC - N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Handover</a:t>
                      </a:r>
                      <a:endParaRPr lang="en-US" sz="7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Yes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81382" y="4295028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Commercials</a:t>
            </a:r>
            <a:endParaRPr lang="en-US" sz="1000" dirty="0"/>
          </a:p>
        </p:txBody>
      </p:sp>
      <p:graphicFrame>
        <p:nvGraphicFramePr>
          <p:cNvPr id="1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4600804"/>
          <a:ext cx="2395728" cy="914400"/>
        </p:xfrm>
        <a:graphic>
          <a:graphicData uri="http://schemas.openxmlformats.org/drawingml/2006/table">
            <a:tbl>
              <a:tblPr/>
              <a:tblGrid>
                <a:gridCol w="749808"/>
                <a:gridCol w="1645920"/>
              </a:tblGrid>
              <a:tr h="4169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Rent per sq.ft (INR)</a:t>
                      </a:r>
                      <a:endParaRPr lang="en-US" sz="7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25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11" name="Image 0" descr="/home/rs0125/dev/wareongo/Warehouse-Proposal-Engine/assets/godamwale_icon.png">    </p:cNvPr>
          <p:cNvPicPr>
            <a:picLocks noChangeAspect="1"/>
          </p:cNvPicPr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7882128" y="-704088"/>
            <a:ext cx="2011680" cy="201168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2651760" y="365760"/>
            <a:ext cx="6080760" cy="4343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080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Photos not available.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8080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Can be provided upon request.</a:t>
            </a:r>
            <a:endParaRPr lang="en-US" sz="1400" dirty="0"/>
          </a:p>
        </p:txBody>
      </p:sp>
      <p:pic>
        <p:nvPicPr>
          <p:cNvPr id="13" name="Image 1" descr="/home/rs0125/dev/wareongo/Warehouse-Proposal-Engine/assets/godamwale_ic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155448"/>
            <a:ext cx="329184" cy="329184"/>
          </a:xfrm>
          <a:prstGeom prst="rect">
            <a:avLst/>
          </a:prstGeom>
        </p:spPr>
      </p:pic>
      <p:pic>
        <p:nvPicPr>
          <p:cNvPr id="14" name="Image 2" descr="/home/rs0125/dev/wareongo/Warehouse-Proposal-Engine/assets/godamwale_bottom_ba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047488"/>
            <a:ext cx="9144000" cy="9601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60604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606040" y="0"/>
            <a:ext cx="0" cy="514350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71323"/>
            <a:ext cx="1874520" cy="4489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Option 4 - ID 313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1382" y="566562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Location Details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872338"/>
          <a:ext cx="2395728" cy="914400"/>
        </p:xfrm>
        <a:graphic>
          <a:graphicData uri="http://schemas.openxmlformats.org/drawingml/2006/table">
            <a:tbl>
              <a:tblPr/>
              <a:tblGrid>
                <a:gridCol w="749808"/>
                <a:gridCol w="1645920"/>
              </a:tblGrid>
              <a:tr h="2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Address</a:t>
                      </a:r>
                      <a:endParaRPr lang="en-US" sz="7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Bangalore, Karnataka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Google Maps</a:t>
                      </a:r>
                      <a:endParaRPr lang="en-US" sz="7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u="sng" dirty="0">
                          <a:solidFill>
                            <a:srgbClr val="1A56D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  <a:hlinkClick r:id="rId1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13.0823497, 77.4212214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81382" y="1505651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Specifications</a:t>
            </a:r>
            <a:endParaRPr lang="en-US" sz="10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1811426"/>
          <a:ext cx="2395728" cy="914400"/>
        </p:xfrm>
        <a:graphic>
          <a:graphicData uri="http://schemas.openxmlformats.org/drawingml/2006/table">
            <a:tbl>
              <a:tblPr/>
              <a:tblGrid>
                <a:gridCol w="749808"/>
                <a:gridCol w="868680"/>
                <a:gridCol w="777240"/>
              </a:tblGrid>
              <a:tr h="2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Offered Area</a:t>
                      </a:r>
                      <a:endParaRPr lang="en-US" sz="7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15000, 10000 sqft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/>
                </a:tc>
              </a:tr>
              <a:tr h="2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Building</a:t>
                      </a:r>
                      <a:endParaRPr lang="en-US" sz="7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RCC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/>
                </a:tc>
              </a:tr>
              <a:tr h="2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Docks</a:t>
                      </a:r>
                      <a:endParaRPr lang="en-US" sz="7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4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N/A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Height</a:t>
                      </a:r>
                      <a:endParaRPr lang="en-US" sz="7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25ft eaves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N/A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69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Flooring</a:t>
                      </a:r>
                      <a:endParaRPr lang="en-US" sz="7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Main highway access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partition possible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Fire Safety</a:t>
                      </a:r>
                      <a:endParaRPr lang="en-US" sz="7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NA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/>
                </a:tc>
              </a:tr>
              <a:tr h="2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Compliances</a:t>
                      </a:r>
                      <a:endParaRPr lang="en-US" sz="7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Commercial CLU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Fire NOC - N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Handover</a:t>
                      </a:r>
                      <a:endParaRPr lang="en-US" sz="7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Yes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81382" y="4295028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Commercials</a:t>
            </a:r>
            <a:endParaRPr lang="en-US" sz="1000" dirty="0"/>
          </a:p>
        </p:txBody>
      </p:sp>
      <p:graphicFrame>
        <p:nvGraphicFramePr>
          <p:cNvPr id="1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4600804"/>
          <a:ext cx="2395728" cy="914400"/>
        </p:xfrm>
        <a:graphic>
          <a:graphicData uri="http://schemas.openxmlformats.org/drawingml/2006/table">
            <a:tbl>
              <a:tblPr/>
              <a:tblGrid>
                <a:gridCol w="749808"/>
                <a:gridCol w="1645920"/>
              </a:tblGrid>
              <a:tr h="4169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Rent per sq.ft (INR)</a:t>
                      </a:r>
                      <a:endParaRPr lang="en-US" sz="7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21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11" name="Image 0" descr="/home/rs0125/dev/wareongo/Warehouse-Proposal-Engine/assets/godamwale_icon.png">    </p:cNvPr>
          <p:cNvPicPr>
            <a:picLocks noChangeAspect="1"/>
          </p:cNvPicPr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7882128" y="-704088"/>
            <a:ext cx="2011680" cy="2011680"/>
          </a:xfrm>
          <a:prstGeom prst="rect">
            <a:avLst/>
          </a:prstGeom>
        </p:spPr>
      </p:pic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800954" y="327355"/>
            <a:ext cx="2904134" cy="2093976"/>
          </a:xfrm>
          <a:prstGeom prst="rect">
            <a:avLst/>
          </a:prstGeom>
        </p:spPr>
      </p:pic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800954" y="2615184"/>
            <a:ext cx="2904134" cy="2093976"/>
          </a:xfrm>
          <a:prstGeom prst="rect">
            <a:avLst/>
          </a:prstGeom>
        </p:spPr>
      </p:pic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2676449" y="327355"/>
            <a:ext cx="2904134" cy="2093976"/>
          </a:xfrm>
          <a:prstGeom prst="rect">
            <a:avLst/>
          </a:prstGeom>
        </p:spPr>
      </p:pic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2676449" y="2615184"/>
            <a:ext cx="2904134" cy="2093976"/>
          </a:xfrm>
          <a:prstGeom prst="rect">
            <a:avLst/>
          </a:prstGeom>
        </p:spPr>
      </p:pic>
      <p:pic>
        <p:nvPicPr>
          <p:cNvPr id="16" name="Image 5" descr="/home/rs0125/dev/wareongo/Warehouse-Proposal-Engine/assets/godamwale_icon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4592" y="155448"/>
            <a:ext cx="329184" cy="329184"/>
          </a:xfrm>
          <a:prstGeom prst="rect">
            <a:avLst/>
          </a:prstGeom>
        </p:spPr>
      </p:pic>
      <p:pic>
        <p:nvPicPr>
          <p:cNvPr id="17" name="Image 6" descr="/home/rs0125/dev/wareongo/Warehouse-Proposal-Engine/assets/godamwale_bottom_ba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5047488"/>
            <a:ext cx="9144000" cy="9601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2900" y="2057400"/>
            <a:ext cx="82296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 more details (or) to schedule a site visit, please contact –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342900" y="2400300"/>
            <a:ext cx="82296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Dhaval Gupta</a:t>
            </a:r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|   </a:t>
            </a:r>
            <a:pPr algn="ctr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+91 8318825478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352044" y="2785262"/>
            <a:ext cx="82296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www.wareongo.com</a:t>
            </a:r>
            <a:endParaRPr lang="en-US" sz="1700" dirty="0"/>
          </a:p>
        </p:txBody>
      </p:sp>
      <p:pic>
        <p:nvPicPr>
          <p:cNvPr id="5" name="Image 0" descr="/home/rs0125/dev/wareongo/Warehouse-Proposal-Engine/assets/godamwale_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" y="155448"/>
            <a:ext cx="329184" cy="329184"/>
          </a:xfrm>
          <a:prstGeom prst="rect">
            <a:avLst/>
          </a:prstGeom>
        </p:spPr>
      </p:pic>
      <p:pic>
        <p:nvPicPr>
          <p:cNvPr id="6" name="Image 1" descr="/home/rs0125/dev/wareongo/Warehouse-Proposal-Engine/assets/godamwale_icon.png">    </p:cNvPr>
          <p:cNvPicPr>
            <a:picLocks noChangeAspect="1"/>
          </p:cNvPicPr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7882128" y="-704088"/>
            <a:ext cx="2011680" cy="2011680"/>
          </a:xfrm>
          <a:prstGeom prst="rect">
            <a:avLst/>
          </a:prstGeom>
        </p:spPr>
      </p:pic>
      <p:pic>
        <p:nvPicPr>
          <p:cNvPr id="7" name="Image 2" descr="/home/rs0125/dev/wareongo/Warehouse-Proposal-Engine/assets/godamwale_bottom_b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047488"/>
            <a:ext cx="9144000" cy="9601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2026-05-26T05:36:17Z</dcterms:created>
  <dcterms:modified xsi:type="dcterms:W3CDTF">2026-05-26T05:36:17Z</dcterms:modified>
</cp:coreProperties>
</file>