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NBCZQPCmEwd1xtoC8" TargetMode="External"/><Relationship Id="rId2" Type="http://schemas.openxmlformats.org/officeDocument/2006/relationships/image" Target="../media/image-3-1.jpeg"/><Relationship Id="rId3" Type="http://schemas.openxmlformats.org/officeDocument/2006/relationships/image" Target="../media/image-3-2.jpeg"/><Relationship Id="rId4" Type="http://schemas.openxmlformats.org/officeDocument/2006/relationships/image" Target="../media/image-3-3.jpeg"/><Relationship Id="rId5" Type="http://schemas.openxmlformats.org/officeDocument/2006/relationships/image" Target="../media/image-3-4.jpe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oo.gl/maps/uTLUAbvHNSF6DdNH8" TargetMode="External"/><Relationship Id="rId2" Type="http://schemas.openxmlformats.org/officeDocument/2006/relationships/image" Target="../media/image-4-1.jpeg"/><Relationship Id="rId3" Type="http://schemas.openxmlformats.org/officeDocument/2006/relationships/image" Target="../media/image-4-2.jpeg"/><Relationship Id="rId4" Type="http://schemas.openxmlformats.org/officeDocument/2006/relationships/image" Target="../media/image-4-3.jpeg"/><Relationship Id="rId5" Type="http://schemas.openxmlformats.org/officeDocument/2006/relationships/image" Target="../media/image-4-4.jpe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ntynT9ey3ybkiaBy8" TargetMode="External"/><Relationship Id="rId2" Type="http://schemas.openxmlformats.org/officeDocument/2006/relationships/image" Target="../media/image-5-1.jpeg"/><Relationship Id="rId3" Type="http://schemas.openxmlformats.org/officeDocument/2006/relationships/image" Target="../media/image-5-2.jpeg"/><Relationship Id="rId4" Type="http://schemas.openxmlformats.org/officeDocument/2006/relationships/image" Target="../media/image-5-3.jpeg"/><Relationship Id="rId5" Type="http://schemas.openxmlformats.org/officeDocument/2006/relationships/image" Target="../media/image-5-4.jpeg"/><Relationship Id="rId6" Type="http://schemas.openxmlformats.org/officeDocument/2006/relationships/image" Target="../media/image-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s0125/dev/wareongo/Warehouse-Proposal-Engine/assets/cove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E3148">
              <a:alpha val="70000"/>
            </a:srgbClr>
          </a:solidFill>
          <a:ln w="12700">
            <a:solidFill>
              <a:srgbClr val="1E314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0" y="0"/>
            <a:ext cx="54864" cy="51435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1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8288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" y="223205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Options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</a:t>
            </a:r>
            <a:pPr indent="0" marL="0">
              <a:buNone/>
            </a:pPr>
            <a:r>
              <a:rPr lang="en-US" sz="3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Preview Client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402336" y="3858768"/>
            <a:ext cx="457200" cy="50292"/>
          </a:xfrm>
          <a:prstGeom prst="rect">
            <a:avLst/>
          </a:prstGeom>
          <a:solidFill>
            <a:srgbClr val="1A3350"/>
          </a:solidFill>
          <a:ln w="12700">
            <a:solidFill>
              <a:srgbClr val="1A33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19302" y="3858768"/>
            <a:ext cx="3017520" cy="5029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" y="4041648"/>
            <a:ext cx="35533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Bangalore   ·   3 Properties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9184" y="47731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11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7844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2468880"/>
                <a:gridCol w="182880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S.No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 ID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Location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Quoted Monthly Rental (INR/Sq.ft)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Offered Area (Sq.ft)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F6F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Availability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1512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325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15000, 65000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months post LOI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893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27+1/-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235060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1 - ID 1512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4ft plinth height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35ft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mtr/sqm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Hydrants + Sprinklers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Commercial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Y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578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6364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5" name="Image 4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2 - ID 325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15000, 65000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3ft plinth height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36ft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months post LOI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578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6364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5" name="Image 4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2" y="71323"/>
            <a:ext cx="224028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35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3 - ID 893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42940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517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36849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67426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235060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4ft plinth height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48ft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FM2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Hydrants+Sprinklers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Y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578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6364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8F6F1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335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27+1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5" name="Image 4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0574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more details (or) to schedule a site visit, please contact 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2900" y="24003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</a:t>
            </a:r>
            <a:pPr algn="ctr" indent="0" marL="0">
              <a:buNone/>
            </a:pPr>
            <a:r>
              <a:rPr lang="en-US" sz="170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|   </a:t>
            </a:r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+91 9999999999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52044" y="2785262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www.wareongo.com</a:t>
            </a:r>
            <a:endParaRPr lang="en-US" sz="1700" dirty="0"/>
          </a:p>
        </p:txBody>
      </p:sp>
      <p:pic>
        <p:nvPicPr>
          <p:cNvPr id="5" name="Image 0" descr="/home/rs0125/dev/wareongo/Warehouse-Proposal-Engine/assets/WOG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5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19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WareOnGo  |  Dated 25/05/2026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2026-05-25T07:25:37Z</dcterms:created>
  <dcterms:modified xsi:type="dcterms:W3CDTF">2026-05-25T07:25:37Z</dcterms:modified>
</cp:coreProperties>
</file>