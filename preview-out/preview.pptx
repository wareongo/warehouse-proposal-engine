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jpe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jpeg"/><Relationship Id="rId3" Type="http://schemas.openxmlformats.org/officeDocument/2006/relationships/image" Target="../media/image-5-3.jpe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jpeg"/><Relationship Id="rId3" Type="http://schemas.openxmlformats.org/officeDocument/2006/relationships/image" Target="../media/image-6-3.jpeg"/><Relationship Id="rId4" Type="http://schemas.openxmlformats.org/officeDocument/2006/relationships/image" Target="../media/image-6-4.jpe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s0125/dev/wareongo/Warehouse-Proposal-Engine/assets/cover-her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120640" y="0"/>
            <a:ext cx="402336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120640" y="0"/>
            <a:ext cx="4023360" cy="5143500"/>
          </a:xfrm>
          <a:prstGeom prst="rect">
            <a:avLst/>
          </a:prstGeom>
          <a:solidFill>
            <a:srgbClr val="1E3148">
              <a:alpha val="70000"/>
            </a:srgbClr>
          </a:solidFill>
          <a:ln w="12700">
            <a:solidFill>
              <a:srgbClr val="1E3148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120640" y="0"/>
            <a:ext cx="54864" cy="5143500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pic>
        <p:nvPicPr>
          <p:cNvPr id="5" name="Image 1" descr="/home/rs0125/dev/wareongo/Warehouse-Proposal-Engine/assets/WOG_logo_Transpar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82880"/>
            <a:ext cx="1463040" cy="14630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11480" y="2232050"/>
            <a:ext cx="470916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Warehouse Options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1A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</a:t>
            </a:r>
            <a:pPr indent="0" marL="0">
              <a:buNone/>
            </a:pPr>
            <a:r>
              <a:rPr lang="en-US" sz="3000" b="1" dirty="0">
                <a:solidFill>
                  <a:srgbClr val="1A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Preview Client</a:t>
            </a:r>
            <a:endParaRPr lang="en-US" sz="3000" dirty="0"/>
          </a:p>
        </p:txBody>
      </p:sp>
      <p:sp>
        <p:nvSpPr>
          <p:cNvPr id="7" name="Shape 3"/>
          <p:cNvSpPr/>
          <p:nvPr/>
        </p:nvSpPr>
        <p:spPr>
          <a:xfrm>
            <a:off x="502920" y="3858768"/>
            <a:ext cx="457200" cy="50292"/>
          </a:xfrm>
          <a:prstGeom prst="rect">
            <a:avLst/>
          </a:prstGeom>
          <a:solidFill>
            <a:srgbClr val="1A3350"/>
          </a:solidFill>
          <a:ln w="12700">
            <a:solidFill>
              <a:srgbClr val="1A3350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1024128" y="3858768"/>
            <a:ext cx="3017520" cy="50292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21208" y="4041648"/>
            <a:ext cx="344363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Ahmedabad   ·   4 Properties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502920" y="4887468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A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Prepared by WareOnGo  |  Dated 23/05/2026  |  Confidential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118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INDEX</a:t>
            </a:r>
            <a:endParaRPr lang="en-US" sz="21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37844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731520"/>
                <a:gridCol w="2468880"/>
                <a:gridCol w="1828800"/>
                <a:gridCol w="1280160"/>
                <a:gridCol w="13716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8F6F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S.No</a:t>
                      </a:r>
                      <a:endParaRPr lang="en-US" sz="8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8F6F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WH ID</a:t>
                      </a:r>
                      <a:endParaRPr lang="en-US" sz="8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8F6F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Location</a:t>
                      </a:r>
                      <a:endParaRPr lang="en-US" sz="8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8F6F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Quoted Monthly Rental (INR/Sq.ft)</a:t>
                      </a:r>
                      <a:endParaRPr lang="en-US" sz="8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8F6F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Offered Area (Sq.ft)</a:t>
                      </a:r>
                      <a:endParaRPr lang="en-US" sz="8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8F6F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Availability</a:t>
                      </a:r>
                      <a:endParaRPr lang="en-US" sz="8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</a:t>
                      </a:r>
                      <a:endParaRPr lang="en-US" sz="8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298</a:t>
                      </a:r>
                      <a:endParaRPr lang="en-US" sz="8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Ahmedabad, Gujarat</a:t>
                      </a:r>
                      <a:endParaRPr lang="en-US" sz="8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19/-</a:t>
                      </a:r>
                      <a:endParaRPr lang="en-US" sz="8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34000</a:t>
                      </a:r>
                      <a:endParaRPr lang="en-US" sz="8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Immediate</a:t>
                      </a:r>
                      <a:endParaRPr lang="en-US" sz="8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</a:t>
                      </a:r>
                      <a:endParaRPr lang="en-US" sz="8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299</a:t>
                      </a:r>
                      <a:endParaRPr lang="en-US" sz="8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Ahmedabad, Gujarat</a:t>
                      </a:r>
                      <a:endParaRPr lang="en-US" sz="8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17/-</a:t>
                      </a:r>
                      <a:endParaRPr lang="en-US" sz="8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23000</a:t>
                      </a:r>
                      <a:endParaRPr lang="en-US" sz="8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Immediate</a:t>
                      </a:r>
                      <a:endParaRPr lang="en-US" sz="8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</a:t>
                      </a:r>
                      <a:endParaRPr lang="en-US" sz="8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569</a:t>
                      </a:r>
                      <a:endParaRPr lang="en-US" sz="8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Bengaluru, Karnataka</a:t>
                      </a:r>
                      <a:endParaRPr lang="en-US" sz="8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60/-</a:t>
                      </a:r>
                      <a:endParaRPr lang="en-US" sz="8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3500</a:t>
                      </a:r>
                      <a:endParaRPr lang="en-US" sz="8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Immediate</a:t>
                      </a:r>
                      <a:endParaRPr lang="en-US" sz="8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</a:t>
                      </a:r>
                      <a:endParaRPr lang="en-US" sz="8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1638</a:t>
                      </a:r>
                      <a:endParaRPr lang="en-US" sz="8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Secunderabad, Telangana</a:t>
                      </a:r>
                      <a:endParaRPr lang="en-US" sz="8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22/-</a:t>
                      </a:r>
                      <a:endParaRPr lang="en-US" sz="8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17100</a:t>
                      </a:r>
                      <a:endParaRPr lang="en-US" sz="8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Immediate</a:t>
                      </a:r>
                      <a:endParaRPr lang="en-US" sz="8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</a:tr>
            </a:tbl>
          </a:graphicData>
        </a:graphic>
      </p:graphicFrame>
      <p:pic>
        <p:nvPicPr>
          <p:cNvPr id="4" name="Image 0" descr="/home/rs0125/dev/wareongo/Warehouse-Proposal-Engine/assets/WOG_logo_Transpar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0" y="45720"/>
            <a:ext cx="365760" cy="36576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572000" y="4887468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A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Prepared by WareOnGo  |  Dated 23/05/2026  |  Confidential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00300" cy="5143500"/>
          </a:xfrm>
          <a:prstGeom prst="rect">
            <a:avLst/>
          </a:prstGeom>
          <a:solidFill>
            <a:srgbClr val="F8F6F1"/>
          </a:solidFill>
          <a:ln w="12700">
            <a:solidFill>
              <a:srgbClr val="F8F6F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00300" y="0"/>
            <a:ext cx="0" cy="514350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1382" y="71323"/>
            <a:ext cx="2240280" cy="4489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335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Option 1 - ID 298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1382" y="429402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Location Details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735178"/>
          <a:ext cx="2121408" cy="914400"/>
        </p:xfrm>
        <a:graphic>
          <a:graphicData uri="http://schemas.openxmlformats.org/drawingml/2006/table">
            <a:tbl>
              <a:tblPr/>
              <a:tblGrid>
                <a:gridCol w="749808"/>
                <a:gridCol w="1371600"/>
              </a:tblGrid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Address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Ahmedabad, Gujarat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</a:tr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Google Maps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See link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81382" y="1368491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Specifications</a:t>
            </a:r>
            <a:endParaRPr lang="en-US" sz="10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1674266"/>
          <a:ext cx="2121408" cy="914400"/>
        </p:xfrm>
        <a:graphic>
          <a:graphicData uri="http://schemas.openxmlformats.org/drawingml/2006/table">
            <a:tbl>
              <a:tblPr/>
              <a:tblGrid>
                <a:gridCol w="749808"/>
                <a:gridCol w="594360"/>
                <a:gridCol w="777240"/>
              </a:tblGrid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Offered Area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34000 sqft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 hMerge="1">
                  <a:tcPr/>
                </a:tc>
              </a:tr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Building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PEB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 hMerge="1">
                  <a:tcPr/>
                </a:tc>
              </a:tr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Docks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 hMerge="1">
                  <a:tcPr/>
                </a:tc>
              </a:tr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Height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27ft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 hMerge="1">
                  <a:tcPr/>
                </a:tc>
              </a:tr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Flooring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warehouse compound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 hMerge="1">
                  <a:tcPr/>
                </a:tc>
              </a:tr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Fire Safety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N/A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 hMerge="1">
                  <a:tcPr/>
                </a:tc>
              </a:tr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Compliances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Fire hydrants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 hMerge="1">
                  <a:tcPr/>
                </a:tc>
              </a:tr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Handover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Immediate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 hMerge="1">
                  <a:tcPr/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81382" y="4027566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Commercials</a:t>
            </a:r>
            <a:endParaRPr lang="en-US" sz="1000" dirty="0"/>
          </a:p>
        </p:txBody>
      </p:sp>
      <p:graphicFrame>
        <p:nvGraphicFramePr>
          <p:cNvPr id="1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4333342"/>
          <a:ext cx="2121408" cy="914400"/>
        </p:xfrm>
        <a:graphic>
          <a:graphicData uri="http://schemas.openxmlformats.org/drawingml/2006/table">
            <a:tbl>
              <a:tblPr/>
              <a:tblGrid>
                <a:gridCol w="749808"/>
                <a:gridCol w="1371600"/>
              </a:tblGrid>
              <a:tr h="4169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Rent per sq.ft (INR)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19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</a:tr>
            </a:tbl>
          </a:graphicData>
        </a:graphic>
      </p:graphicFrame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655418" y="851306"/>
            <a:ext cx="6084418" cy="3311042"/>
          </a:xfrm>
          <a:prstGeom prst="rect">
            <a:avLst/>
          </a:prstGeom>
        </p:spPr>
      </p:pic>
      <p:pic>
        <p:nvPicPr>
          <p:cNvPr id="12" name="Image 1" descr="/home/rs0125/dev/wareongo/Warehouse-Proposal-Engine/assets/WOG_logo_Transpar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45720"/>
            <a:ext cx="365760" cy="365760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4572000" y="4887468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A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Prepared by WareOnGo  |  Dated 23/05/2026  |  Confidential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00300" cy="5143500"/>
          </a:xfrm>
          <a:prstGeom prst="rect">
            <a:avLst/>
          </a:prstGeom>
          <a:solidFill>
            <a:srgbClr val="F8F6F1"/>
          </a:solidFill>
          <a:ln w="12700">
            <a:solidFill>
              <a:srgbClr val="F8F6F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00300" y="0"/>
            <a:ext cx="0" cy="514350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1382" y="71323"/>
            <a:ext cx="2240280" cy="4489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335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Option 2 - ID 299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1382" y="429402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Location Details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735178"/>
          <a:ext cx="2121408" cy="914400"/>
        </p:xfrm>
        <a:graphic>
          <a:graphicData uri="http://schemas.openxmlformats.org/drawingml/2006/table">
            <a:tbl>
              <a:tblPr/>
              <a:tblGrid>
                <a:gridCol w="749808"/>
                <a:gridCol w="1371600"/>
              </a:tblGrid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Address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Ahmedabad, Gujarat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</a:tr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Google Maps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See link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81382" y="1368491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Specifications</a:t>
            </a:r>
            <a:endParaRPr lang="en-US" sz="10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1674266"/>
          <a:ext cx="2121408" cy="914400"/>
        </p:xfrm>
        <a:graphic>
          <a:graphicData uri="http://schemas.openxmlformats.org/drawingml/2006/table">
            <a:tbl>
              <a:tblPr/>
              <a:tblGrid>
                <a:gridCol w="749808"/>
                <a:gridCol w="594360"/>
                <a:gridCol w="777240"/>
              </a:tblGrid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Offered Area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23000 sqft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 hMerge="1">
                  <a:tcPr/>
                </a:tc>
              </a:tr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Building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PEB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 hMerge="1">
                  <a:tcPr/>
                </a:tc>
              </a:tr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Docks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 hMerge="1">
                  <a:tcPr/>
                </a:tc>
              </a:tr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Height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27ft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 hMerge="1">
                  <a:tcPr/>
                </a:tc>
              </a:tr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Flooring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warehouse compound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 hMerge="1">
                  <a:tcPr/>
                </a:tc>
              </a:tr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Fire Safety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N/A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 hMerge="1">
                  <a:tcPr/>
                </a:tc>
              </a:tr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Compliances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Fire hydrants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 hMerge="1">
                  <a:tcPr/>
                </a:tc>
              </a:tr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Handover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Immediate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 hMerge="1">
                  <a:tcPr/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81382" y="4027566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Commercials</a:t>
            </a:r>
            <a:endParaRPr lang="en-US" sz="100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4333342"/>
          <a:ext cx="2121408" cy="914400"/>
        </p:xfrm>
        <a:graphic>
          <a:graphicData uri="http://schemas.openxmlformats.org/drawingml/2006/table">
            <a:tbl>
              <a:tblPr/>
              <a:tblGrid>
                <a:gridCol w="749808"/>
                <a:gridCol w="1371600"/>
              </a:tblGrid>
              <a:tr h="4169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Rent per sq.ft (INR)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17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</a:tr>
            </a:tbl>
          </a:graphicData>
        </a:graphic>
      </p:graphicFrame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651760" y="1440180"/>
            <a:ext cx="2971800" cy="2194560"/>
          </a:xfrm>
          <a:prstGeom prst="rect">
            <a:avLst/>
          </a:prstGeom>
        </p:spPr>
      </p:pic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760720" y="1440180"/>
            <a:ext cx="2971800" cy="2194560"/>
          </a:xfrm>
          <a:prstGeom prst="rect">
            <a:avLst/>
          </a:prstGeom>
        </p:spPr>
      </p:pic>
      <p:pic>
        <p:nvPicPr>
          <p:cNvPr id="13" name="Image 2" descr="/home/rs0125/dev/wareongo/Warehouse-Proposal-Engine/assets/WOG_logo_Transpare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0" y="45720"/>
            <a:ext cx="365760" cy="365760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4572000" y="4887468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A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Prepared by WareOnGo  |  Dated 23/05/2026  |  Confidential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00300" cy="5143500"/>
          </a:xfrm>
          <a:prstGeom prst="rect">
            <a:avLst/>
          </a:prstGeom>
          <a:solidFill>
            <a:srgbClr val="F8F6F1"/>
          </a:solidFill>
          <a:ln w="12700">
            <a:solidFill>
              <a:srgbClr val="F8F6F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00300" y="0"/>
            <a:ext cx="0" cy="514350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1382" y="71323"/>
            <a:ext cx="2240280" cy="4489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335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Option 3 - ID 569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1382" y="429402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Location Details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735178"/>
          <a:ext cx="2121408" cy="914400"/>
        </p:xfrm>
        <a:graphic>
          <a:graphicData uri="http://schemas.openxmlformats.org/drawingml/2006/table">
            <a:tbl>
              <a:tblPr/>
              <a:tblGrid>
                <a:gridCol w="749808"/>
                <a:gridCol w="1371600"/>
              </a:tblGrid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Address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Bengaluru, Karnataka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</a:tr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Google Maps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Awaited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81382" y="1368491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Specifications</a:t>
            </a:r>
            <a:endParaRPr lang="en-US" sz="10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1674266"/>
          <a:ext cx="2121408" cy="914400"/>
        </p:xfrm>
        <a:graphic>
          <a:graphicData uri="http://schemas.openxmlformats.org/drawingml/2006/table">
            <a:tbl>
              <a:tblPr/>
              <a:tblGrid>
                <a:gridCol w="749808"/>
                <a:gridCol w="594360"/>
                <a:gridCol w="777240"/>
              </a:tblGrid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Offered Area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3500 sqft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 hMerge="1">
                  <a:tcPr/>
                </a:tc>
              </a:tr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Building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PEB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 hMerge="1">
                  <a:tcPr/>
                </a:tc>
              </a:tr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Docks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0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 hMerge="1">
                  <a:tcPr/>
                </a:tc>
              </a:tr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Height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24ft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 hMerge="1">
                  <a:tcPr/>
                </a:tc>
              </a:tr>
              <a:tr h="4169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Flooring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 Shutter, 5HP Power, Road width 40 fts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 hMerge="1">
                  <a:tcPr/>
                </a:tc>
              </a:tr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Fire Safety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N/A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 hMerge="1">
                  <a:tcPr/>
                </a:tc>
              </a:tr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Compliances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Commercial CLU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 hMerge="1">
                  <a:tcPr/>
                </a:tc>
              </a:tr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Handover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Immediate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 hMerge="1">
                  <a:tcPr/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81382" y="4157868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Commercials</a:t>
            </a:r>
            <a:endParaRPr lang="en-US" sz="100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4463644"/>
          <a:ext cx="2121408" cy="914400"/>
        </p:xfrm>
        <a:graphic>
          <a:graphicData uri="http://schemas.openxmlformats.org/drawingml/2006/table">
            <a:tbl>
              <a:tblPr/>
              <a:tblGrid>
                <a:gridCol w="749808"/>
                <a:gridCol w="1371600"/>
              </a:tblGrid>
              <a:tr h="4169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Rent per sq.ft (INR)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60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</a:tr>
            </a:tbl>
          </a:graphicData>
        </a:graphic>
      </p:graphicFrame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651760" y="365760"/>
            <a:ext cx="6080760" cy="2194560"/>
          </a:xfrm>
          <a:prstGeom prst="rect">
            <a:avLst/>
          </a:prstGeom>
        </p:spPr>
      </p:pic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651760" y="2697480"/>
            <a:ext cx="2971800" cy="201168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760720" y="2697480"/>
            <a:ext cx="2971800" cy="2011680"/>
          </a:xfrm>
          <a:prstGeom prst="rect">
            <a:avLst/>
          </a:prstGeom>
        </p:spPr>
      </p:pic>
      <p:pic>
        <p:nvPicPr>
          <p:cNvPr id="14" name="Image 3" descr="/home/rs0125/dev/wareongo/Warehouse-Proposal-Engine/assets/WOG_logo_Transpar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0" y="45720"/>
            <a:ext cx="365760" cy="365760"/>
          </a:xfrm>
          <a:prstGeom prst="rect">
            <a:avLst/>
          </a:prstGeom>
        </p:spPr>
      </p:pic>
      <p:sp>
        <p:nvSpPr>
          <p:cNvPr id="15" name="Text 6"/>
          <p:cNvSpPr/>
          <p:nvPr/>
        </p:nvSpPr>
        <p:spPr>
          <a:xfrm>
            <a:off x="4572000" y="4887468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A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Prepared by WareOnGo  |  Dated 23/05/2026  |  Confidential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00300" cy="5143500"/>
          </a:xfrm>
          <a:prstGeom prst="rect">
            <a:avLst/>
          </a:prstGeom>
          <a:solidFill>
            <a:srgbClr val="F8F6F1"/>
          </a:solidFill>
          <a:ln w="12700">
            <a:solidFill>
              <a:srgbClr val="F8F6F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400300" y="0"/>
            <a:ext cx="0" cy="514350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1382" y="71323"/>
            <a:ext cx="2240280" cy="44897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3350"/>
                </a:solidFill>
                <a:latin typeface="Montserrat ExtraBold" pitchFamily="34" charset="0"/>
                <a:ea typeface="Montserrat ExtraBold" pitchFamily="34" charset="-122"/>
                <a:cs typeface="Montserrat ExtraBold" pitchFamily="34" charset="-120"/>
              </a:rPr>
              <a:t>Option 4 - ID 1638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1382" y="429402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Location Details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735178"/>
          <a:ext cx="2121408" cy="914400"/>
        </p:xfrm>
        <a:graphic>
          <a:graphicData uri="http://schemas.openxmlformats.org/drawingml/2006/table">
            <a:tbl>
              <a:tblPr/>
              <a:tblGrid>
                <a:gridCol w="749808"/>
                <a:gridCol w="1371600"/>
              </a:tblGrid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Address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Secunderabad, Telangana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</a:tr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Google Maps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See link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81382" y="1368491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Specifications</a:t>
            </a:r>
            <a:endParaRPr lang="en-US" sz="10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1674266"/>
          <a:ext cx="2121408" cy="914400"/>
        </p:xfrm>
        <a:graphic>
          <a:graphicData uri="http://schemas.openxmlformats.org/drawingml/2006/table">
            <a:tbl>
              <a:tblPr/>
              <a:tblGrid>
                <a:gridCol w="749808"/>
                <a:gridCol w="594360"/>
                <a:gridCol w="777240"/>
              </a:tblGrid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Offered Area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17100 sqft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 hMerge="1">
                  <a:tcPr/>
                </a:tc>
              </a:tr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Building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PEB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 hMerge="1">
                  <a:tcPr/>
                </a:tc>
              </a:tr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Docks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3-4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 hMerge="1">
                  <a:tcPr/>
                </a:tc>
              </a:tr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Height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28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 hMerge="1">
                  <a:tcPr/>
                </a:tc>
              </a:tr>
              <a:tr h="4169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Flooring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Washroom, Parking, Water,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 hMerge="1">
                  <a:tcPr/>
                </a:tc>
              </a:tr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Fire Safety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N/A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 hMerge="1">
                  <a:tcPr/>
                </a:tc>
              </a:tr>
              <a:tr h="4169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Compliances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As per client requirement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 hMerge="1">
                  <a:tcPr/>
                </a:tc>
              </a:tr>
              <a:tr h="2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Handover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Immediate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  <a:tc hMerge="1">
                  <a:tcPr/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81382" y="4288170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Commercials</a:t>
            </a:r>
            <a:endParaRPr lang="en-US" sz="1000" dirty="0"/>
          </a:p>
        </p:txBody>
      </p:sp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4593946"/>
          <a:ext cx="2121408" cy="914400"/>
        </p:xfrm>
        <a:graphic>
          <a:graphicData uri="http://schemas.openxmlformats.org/drawingml/2006/table">
            <a:tbl>
              <a:tblPr/>
              <a:tblGrid>
                <a:gridCol w="749808"/>
                <a:gridCol w="1371600"/>
              </a:tblGrid>
              <a:tr h="4169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8F6F1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Rent per sq.ft (INR)</a:t>
                      </a:r>
                      <a:endParaRPr lang="en-US" sz="7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A335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22</a:t>
                      </a:r>
                      <a:endParaRPr lang="en-US" sz="7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1"/>
                    </a:solidFill>
                  </a:tcPr>
                </a:tc>
              </a:tr>
            </a:tbl>
          </a:graphicData>
        </a:graphic>
      </p:graphicFrame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00954" y="327355"/>
            <a:ext cx="2904134" cy="2093976"/>
          </a:xfrm>
          <a:prstGeom prst="rect">
            <a:avLst/>
          </a:prstGeom>
        </p:spPr>
      </p:pic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676449" y="327355"/>
            <a:ext cx="2904134" cy="2093976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676449" y="2615184"/>
            <a:ext cx="2904134" cy="2093976"/>
          </a:xfrm>
          <a:prstGeom prst="rect">
            <a:avLst/>
          </a:prstGeom>
        </p:spPr>
      </p:pic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800954" y="2615184"/>
            <a:ext cx="2904134" cy="2093976"/>
          </a:xfrm>
          <a:prstGeom prst="rect">
            <a:avLst/>
          </a:prstGeom>
        </p:spPr>
      </p:pic>
      <p:pic>
        <p:nvPicPr>
          <p:cNvPr id="15" name="Image 4" descr="/home/rs0125/dev/wareongo/Warehouse-Proposal-Engine/assets/WOG_logo_Transparen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2520" y="45720"/>
            <a:ext cx="365760" cy="365760"/>
          </a:xfrm>
          <a:prstGeom prst="rect">
            <a:avLst/>
          </a:prstGeom>
        </p:spPr>
      </p:pic>
      <p:sp>
        <p:nvSpPr>
          <p:cNvPr id="16" name="Text 6"/>
          <p:cNvSpPr/>
          <p:nvPr/>
        </p:nvSpPr>
        <p:spPr>
          <a:xfrm>
            <a:off x="4572000" y="4887468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A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Prepared by WareOnGo  |  Dated 23/05/2026  |  Confidential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2900" y="20574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more details (or) to schedule a site visit, please contact –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2900" y="2400300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POC</a:t>
            </a:r>
            <a:pPr algn="ctr" indent="0" marL="0">
              <a:buNone/>
            </a:pPr>
            <a:r>
              <a:rPr lang="en-US" sz="1700" dirty="0">
                <a:solidFill>
                  <a:srgbClr val="1A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|   </a:t>
            </a:r>
            <a:pPr algn="ctr" indent="0" marL="0">
              <a:buNone/>
            </a:pPr>
            <a:r>
              <a:rPr lang="en-US" sz="1700" b="1" dirty="0">
                <a:solidFill>
                  <a:srgbClr val="1A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+91 9999999999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352044" y="2785262"/>
            <a:ext cx="8229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www.wareongo.com</a:t>
            </a:r>
            <a:endParaRPr lang="en-US" sz="1700" dirty="0"/>
          </a:p>
        </p:txBody>
      </p:sp>
      <p:pic>
        <p:nvPicPr>
          <p:cNvPr id="5" name="Image 0" descr="/home/rs0125/dev/wareongo/Warehouse-Proposal-Engine/assets/WOG_logo_Transpar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0" y="457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0" y="4887468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A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Prepared by WareOnGo  |  Dated 23/05/2026  |  Confidential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2026-05-23T11:55:17Z</dcterms:created>
  <dcterms:modified xsi:type="dcterms:W3CDTF">2026-05-23T11:55:17Z</dcterms:modified>
</cp:coreProperties>
</file>