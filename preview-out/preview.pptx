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maps.app.goo.gl/NBCZQPCmEwd1xtoC8" TargetMode="External"/><Relationship Id="rId2" Type="http://schemas.openxmlformats.org/officeDocument/2006/relationships/image" Target="../media/image-3-1.jpeg"/><Relationship Id="rId3" Type="http://schemas.openxmlformats.org/officeDocument/2006/relationships/image" Target="../media/image-3-2.jpeg"/><Relationship Id="rId4" Type="http://schemas.openxmlformats.org/officeDocument/2006/relationships/image" Target="../media/image-3-3.jpeg"/><Relationship Id="rId5" Type="http://schemas.openxmlformats.org/officeDocument/2006/relationships/image" Target="../media/image-3-4.jpeg"/><Relationship Id="rId6" Type="http://schemas.openxmlformats.org/officeDocument/2006/relationships/image" Target="../media/image-3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oo.gl/maps/uTLUAbvHNSF6DdNH8" TargetMode="External"/><Relationship Id="rId2" Type="http://schemas.openxmlformats.org/officeDocument/2006/relationships/image" Target="../media/image-4-1.jpeg"/><Relationship Id="rId3" Type="http://schemas.openxmlformats.org/officeDocument/2006/relationships/image" Target="../media/image-4-2.jpeg"/><Relationship Id="rId4" Type="http://schemas.openxmlformats.org/officeDocument/2006/relationships/image" Target="../media/image-4-3.jpeg"/><Relationship Id="rId5" Type="http://schemas.openxmlformats.org/officeDocument/2006/relationships/image" Target="../media/image-4-4.jpe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maps.app.goo.gl/ntynT9ey3ybkiaBy8" TargetMode="External"/><Relationship Id="rId2" Type="http://schemas.openxmlformats.org/officeDocument/2006/relationships/image" Target="../media/image-5-1.jpeg"/><Relationship Id="rId3" Type="http://schemas.openxmlformats.org/officeDocument/2006/relationships/image" Target="../media/image-5-2.jpeg"/><Relationship Id="rId4" Type="http://schemas.openxmlformats.org/officeDocument/2006/relationships/image" Target="../media/image-5-3.jpeg"/><Relationship Id="rId5" Type="http://schemas.openxmlformats.org/officeDocument/2006/relationships/image" Target="../media/image-5-4.jpeg"/><Relationship Id="rId6" Type="http://schemas.openxmlformats.org/officeDocument/2006/relationships/image" Target="../media/image-5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s0125/dev/wareongo/Warehouse-Proposal-Engine/assets/cover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4023360" cy="5143500"/>
          </a:xfrm>
          <a:prstGeom prst="rect">
            <a:avLst/>
          </a:prstGeom>
          <a:solidFill>
            <a:srgbClr val="1E3148">
              <a:alpha val="70000"/>
            </a:srgbClr>
          </a:solidFill>
          <a:ln w="12700">
            <a:solidFill>
              <a:srgbClr val="1E3148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120640" y="0"/>
            <a:ext cx="54864" cy="514350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pic>
        <p:nvPicPr>
          <p:cNvPr id="5" name="Image 1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" y="182880"/>
            <a:ext cx="1463040" cy="1463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184" y="2232050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Warehouse Options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</a:t>
            </a:r>
            <a:pPr indent="0" marL="0">
              <a:buNone/>
            </a:pPr>
            <a:r>
              <a:rPr lang="en-US" sz="3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Preview Client</a:t>
            </a:r>
            <a:endParaRPr lang="en-US" sz="3000" dirty="0"/>
          </a:p>
        </p:txBody>
      </p:sp>
      <p:sp>
        <p:nvSpPr>
          <p:cNvPr id="7" name="Shape 3"/>
          <p:cNvSpPr/>
          <p:nvPr/>
        </p:nvSpPr>
        <p:spPr>
          <a:xfrm>
            <a:off x="402336" y="3858768"/>
            <a:ext cx="457200" cy="50292"/>
          </a:xfrm>
          <a:prstGeom prst="rect">
            <a:avLst/>
          </a:prstGeom>
          <a:solidFill>
            <a:srgbClr val="1A3350"/>
          </a:solidFill>
          <a:ln w="12700">
            <a:solidFill>
              <a:srgbClr val="1A335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19302" y="3858768"/>
            <a:ext cx="3017520" cy="5029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329184" y="4041648"/>
            <a:ext cx="355335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Bangalore   ·   3 Properties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29184" y="4773168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25/05/2026  |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118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INDEX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37844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31520"/>
                <a:gridCol w="2468880"/>
                <a:gridCol w="1828800"/>
                <a:gridCol w="128016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S.No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WH ID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Location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Quoted Monthly Rental (INR/Sq.ft)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Offered Area (Sq.ft)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Availability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1512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Bangalore, Karnataka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28/-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25000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325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Bangalore, Karnataka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24/-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15000, 65000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months post LOI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893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Bangalore, Karnataka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27+1/-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235060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251960" y="4773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25/05/2026  |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06040" cy="5143500"/>
          </a:xfrm>
          <a:prstGeom prst="rect">
            <a:avLst/>
          </a:prstGeom>
          <a:solidFill>
            <a:srgbClr val="F8F6F1"/>
          </a:solidFill>
          <a:ln w="12700">
            <a:solidFill>
              <a:srgbClr val="F8F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606040" y="0"/>
            <a:ext cx="0" cy="51435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2" y="71323"/>
            <a:ext cx="2240280" cy="448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35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Option 1 - ID 1512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2" y="429402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 Details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5178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64592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Address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Bangalore, Karnataka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Google Maps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u="sng" dirty="0">
                          <a:solidFill>
                            <a:srgbClr val="1A56D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13.0365264, 77.7850696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82" y="1368491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Specifications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674266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868680"/>
                <a:gridCol w="77724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Offered Area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25000 sqft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Building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PEB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Docks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4ft plinth height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Height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35ft eaves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40ft centre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Flooring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VDF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mtr/sqm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Fire Safety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Hydrants + Sprinklers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Compliances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Commercial CLU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Fire NOC - Y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Handover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382" y="41578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Commercials</a:t>
            </a:r>
            <a:endParaRPr lang="en-US" sz="10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4463644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645920"/>
              </a:tblGrid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Rent per sq.ft (INR)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28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00954" y="327355"/>
            <a:ext cx="2904134" cy="2093976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76449" y="327355"/>
            <a:ext cx="2904134" cy="2093976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800954" y="2615184"/>
            <a:ext cx="2904134" cy="2093976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76449" y="2615184"/>
            <a:ext cx="2904134" cy="2093976"/>
          </a:xfrm>
          <a:prstGeom prst="rect">
            <a:avLst/>
          </a:prstGeom>
        </p:spPr>
      </p:pic>
      <p:pic>
        <p:nvPicPr>
          <p:cNvPr id="15" name="Image 4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4251960" y="4773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25/05/2026  |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06040" cy="5143500"/>
          </a:xfrm>
          <a:prstGeom prst="rect">
            <a:avLst/>
          </a:prstGeom>
          <a:solidFill>
            <a:srgbClr val="F8F6F1"/>
          </a:solidFill>
          <a:ln w="12700">
            <a:solidFill>
              <a:srgbClr val="F8F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606040" y="0"/>
            <a:ext cx="0" cy="51435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2" y="71323"/>
            <a:ext cx="2240280" cy="448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35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Option 2 - ID 325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2" y="429402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 Details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5178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64592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Address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Bangalore, Karnataka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Google Maps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u="sng" dirty="0">
                          <a:solidFill>
                            <a:srgbClr val="1A56D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13.1170278, 77.4254722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82" y="1368491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Specifications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674266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868680"/>
                <a:gridCol w="77724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Offered Area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15000, 65000 sqft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Building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PEB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Docks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3ft plinth height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Height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30ft eaves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36ft centre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Flooring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VDF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N/A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Fire Safety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N/A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Compliances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Unverified CLU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Fire NOC - N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Handover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months post LOI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382" y="41578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Commercials</a:t>
            </a:r>
            <a:endParaRPr lang="en-US" sz="100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4463644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645920"/>
              </a:tblGrid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Rent per sq.ft (INR)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00954" y="327355"/>
            <a:ext cx="2904134" cy="2093976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76449" y="327355"/>
            <a:ext cx="2904134" cy="2093976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800954" y="2615184"/>
            <a:ext cx="2904134" cy="2093976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76449" y="2615184"/>
            <a:ext cx="2904134" cy="2093976"/>
          </a:xfrm>
          <a:prstGeom prst="rect">
            <a:avLst/>
          </a:prstGeom>
        </p:spPr>
      </p:pic>
      <p:pic>
        <p:nvPicPr>
          <p:cNvPr id="15" name="Image 4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4251960" y="4773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25/05/2026  |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06040" cy="5143500"/>
          </a:xfrm>
          <a:prstGeom prst="rect">
            <a:avLst/>
          </a:prstGeom>
          <a:solidFill>
            <a:srgbClr val="F8F6F1"/>
          </a:solidFill>
          <a:ln w="12700">
            <a:solidFill>
              <a:srgbClr val="F8F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606040" y="0"/>
            <a:ext cx="0" cy="51435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2" y="71323"/>
            <a:ext cx="2240280" cy="448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35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Option 3 - ID 893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2" y="429402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 Details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5178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64592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Address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Bangalore, Karnataka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Google Maps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u="sng" dirty="0">
                          <a:solidFill>
                            <a:srgbClr val="1A56D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13.1975389, 77.2400936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82" y="1368491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Specifications</a:t>
            </a:r>
            <a:endParaRPr lang="en-US" sz="10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674266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868680"/>
                <a:gridCol w="77724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Offered Area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235060 sqft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Building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PEB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Docks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20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4ft plinth height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Height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40ft eaves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48ft centre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Flooring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FM2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N/A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Fire Safety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Hydrants+Sprinklers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Compliances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Unverified CLU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Fire NOC - Y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Handover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382" y="41578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Commercials</a:t>
            </a:r>
            <a:endParaRPr lang="en-US" sz="10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4463644"/>
          <a:ext cx="239572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645920"/>
              </a:tblGrid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Rent per sq.ft (INR)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27+1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00954" y="327355"/>
            <a:ext cx="2904134" cy="2093976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76449" y="327355"/>
            <a:ext cx="2904134" cy="2093976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800954" y="2615184"/>
            <a:ext cx="2904134" cy="2093976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76449" y="2615184"/>
            <a:ext cx="2904134" cy="2093976"/>
          </a:xfrm>
          <a:prstGeom prst="rect">
            <a:avLst/>
          </a:prstGeom>
        </p:spPr>
      </p:pic>
      <p:pic>
        <p:nvPicPr>
          <p:cNvPr id="15" name="Image 4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4251960" y="4773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25/05/2026  |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900" y="20574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more details (or) to schedule a site visit, please contact 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2900" y="24003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POC</a:t>
            </a:r>
            <a:pPr algn="ctr" indent="0" marL="0">
              <a:buNone/>
            </a:pPr>
            <a:r>
              <a:rPr lang="en-US" sz="170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|   </a:t>
            </a:r>
            <a:pPr algn="ctr" indent="0" marL="0">
              <a:buNone/>
            </a:pPr>
            <a:r>
              <a:rPr lang="en-US" sz="17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+91 9999999999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52044" y="2785262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www.wareongo.com</a:t>
            </a:r>
            <a:endParaRPr lang="en-US" sz="1700" dirty="0"/>
          </a:p>
        </p:txBody>
      </p:sp>
      <p:pic>
        <p:nvPicPr>
          <p:cNvPr id="5" name="Image 0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51960" y="4773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25/05/2026  |  Confidential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2026-05-25T07:38:51Z</dcterms:created>
  <dcterms:modified xsi:type="dcterms:W3CDTF">2026-05-25T07:38:51Z</dcterms:modified>
</cp:coreProperties>
</file>