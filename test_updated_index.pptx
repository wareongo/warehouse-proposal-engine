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ub-94c0eb3cd2df4e71a1b6f5b73273bc71.r2.dev/Screenshot%202025-08-27%2015344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1645920"/>
            <a:ext cx="1828800" cy="1828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840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Warehouse options for Client Name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57200" y="42976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Bangalore, Karnataka - N/A sqft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</a:t>
            </a:r>
            <a:endParaRPr lang="en-US" sz="2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4712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1097280"/>
                <a:gridCol w="1645920"/>
                <a:gridCol w="2286000"/>
                <a:gridCol w="2286000"/>
                <a:gridCol w="2286000"/>
                <a:gridCol w="10972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S.No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Warehouse Number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Option Name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Quoted Monthly Rental (INR/Sq.ft)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Offered Area (Sq.ft)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Availability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Option 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Bangalore, Karnataka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40/-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50,180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Immediate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Option 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Patna, Bihar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20/-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16,000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Immediate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68580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64008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82880" y="109728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Property Information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1325880"/>
          <a:ext cx="28346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6459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Warehouse ID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420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Address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KIADB Aerospace Industrial Park, Devanahalli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82880" y="233172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Specifications</a:t>
            </a:r>
            <a:endParaRPr lang="en-US" sz="11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2560320"/>
          <a:ext cx="28346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64592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Carpet Area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50180 sqft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Warehouse Type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PEB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Number of Docks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2-4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Clear Height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50ft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Compliances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Industrial Land Sanction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Other Specifications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1000kva power supply, Rainwater harvesting setup, STP available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182880" y="475488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Commercials</a:t>
            </a:r>
            <a:endParaRPr lang="en-US" sz="1100" dirty="0"/>
          </a:p>
        </p:txBody>
      </p:sp>
      <p:graphicFrame>
        <p:nvGraphicFramePr>
          <p:cNvPr id="1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4983480"/>
          <a:ext cx="28346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64592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Rent per sq.ft (INR)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40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Security Deposit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Available on Request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Availability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Immediate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</a:tr>
            </a:tbl>
          </a:graphicData>
        </a:graphic>
      </p:graphicFrame>
      <p:sp>
        <p:nvSpPr>
          <p:cNvPr id="10" name="Text 5"/>
          <p:cNvSpPr/>
          <p:nvPr/>
        </p:nvSpPr>
        <p:spPr>
          <a:xfrm>
            <a:off x="4572000" y="246888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08080"/>
                </a:solidFill>
              </a:rPr>
              <a:t>Photos not available.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808080"/>
                </a:solidFill>
              </a:rPr>
              <a:t>Can be provided upon request/during site visit.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68580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64008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82880" y="109728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Property Information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1325880"/>
          <a:ext cx="28346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6459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Warehouse ID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421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Address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Sampatchak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82880" y="233172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Specifications</a:t>
            </a:r>
            <a:endParaRPr lang="en-US" sz="11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2560320"/>
          <a:ext cx="28346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64592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Carpet Area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16000 sqft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Warehouse Type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PEB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Number of Docks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Clear Height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30 Feet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Compliances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NA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Other Specifications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NA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182880" y="475488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Commercials</a:t>
            </a:r>
            <a:endParaRPr lang="en-US" sz="1100" dirty="0"/>
          </a:p>
        </p:txBody>
      </p:sp>
      <p:graphicFrame>
        <p:nvGraphicFramePr>
          <p:cNvPr id="1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4983480"/>
          <a:ext cx="28346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64592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Rent per sq.ft (INR)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Security Deposit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Available on Request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Availability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Immediate</a:t>
                      </a:r>
                      <a:endParaRPr lang="en-US" sz="9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</a:tr>
            </a:tbl>
          </a:graphicData>
        </a:graphic>
      </p:graphicFrame>
      <p:sp>
        <p:nvSpPr>
          <p:cNvPr id="10" name="Text 5"/>
          <p:cNvSpPr/>
          <p:nvPr/>
        </p:nvSpPr>
        <p:spPr>
          <a:xfrm>
            <a:off x="4572000" y="246888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08080"/>
                </a:solidFill>
              </a:rPr>
              <a:t>Photos not available.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808080"/>
                </a:solidFill>
              </a:rPr>
              <a:t>Can be provided upon request/during site visit.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63636"/>
                </a:solidFill>
              </a:rPr>
              <a:t>For more details regarding these warehouses (or) to schedule site visits, please contact –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77CC"/>
                </a:solidFill>
              </a:rPr>
              <a:t>Dhaval Gupta</a:t>
            </a:r>
            <a:pPr algn="ctr" indent="0" marL="0">
              <a:buNone/>
            </a:pPr>
            <a:r>
              <a:rPr lang="en-US" sz="2200" dirty="0">
                <a:solidFill>
                  <a:srgbClr val="363636"/>
                </a:solidFill>
              </a:rPr>
              <a:t> | </a:t>
            </a:r>
            <a:pPr algn="ctr" indent="0" marL="0">
              <a:buNone/>
            </a:pPr>
            <a:r>
              <a:rPr lang="en-US" sz="2200" b="1" dirty="0">
                <a:solidFill>
                  <a:srgbClr val="0077CC"/>
                </a:solidFill>
              </a:rPr>
              <a:t>+91 83188 25478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2025-11-02T21:15:37Z</dcterms:created>
  <dcterms:modified xsi:type="dcterms:W3CDTF">2025-11-02T21:15:37Z</dcterms:modified>
</cp:coreProperties>
</file>