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ub-94c0eb3cd2df4e71a1b6f5b73273bc71.r2.dev/Screenshot%202025-08-27%201534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6459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options for CG Logistics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50,000sft in Shamshabad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1036015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188720"/>
                <a:gridCol w="2560320"/>
                <a:gridCol w="2560320"/>
                <a:gridCol w="25603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Warehouse Number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Quoted Monthly Rental (INR/Sq.ft)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Offered Area (Sq.ft)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Bangalore, Karnataka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40/-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50,180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Patna, Bihar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20/-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" y="10972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Information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3258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ID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420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Address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KIADB Aerospace Industrial Park, Devanahalli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82880" y="2331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56032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Carpet Area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50180 sqft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Type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PEB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Number of Docks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2-4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Clear Height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50ft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Compliances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Industrial Land Sanction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Other Specifications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1000kva power supply, Rainwater harvesting setup, STP available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82880" y="47548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Commercials</a:t>
            </a:r>
            <a:endParaRPr lang="en-US" sz="11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49834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Rent per sq.ft (INR)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Security Deposit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Available on Request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Availability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Immediate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0" y="2468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Can be provided upon request/during site visit.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" y="10972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Information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3258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ID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421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Address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Sampatchak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82880" y="2331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56032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Carpet Area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16000 sqft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Type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PEB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Number of Docks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Clear Height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30 Feet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Compliances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Other Specifications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82880" y="47548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Commercials</a:t>
            </a:r>
            <a:endParaRPr lang="en-US" sz="11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49834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Rent per sq.ft (INR)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Security Deposit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Available on Request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Availability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Immediate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0" y="2468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Can be provided upon request/during site visit.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For more details regarding these warehouses (or) to schedule site visits, please contact –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CC"/>
                </a:solidFill>
              </a:rPr>
              <a:t>John Doe</a:t>
            </a:r>
            <a:pPr algn="ctr" indent="0" marL="0">
              <a:buNone/>
            </a:pPr>
            <a:r>
              <a:rPr lang="en-US" sz="2200" dirty="0">
                <a:solidFill>
                  <a:srgbClr val="363636"/>
                </a:solidFill>
              </a:rPr>
              <a:t> | </a:t>
            </a:r>
            <a:pPr algn="ctr" indent="0" marL="0">
              <a:buNone/>
            </a:pPr>
            <a:r>
              <a:rPr lang="en-US" sz="2200" b="1" dirty="0">
                <a:solidFill>
                  <a:srgbClr val="0077CC"/>
                </a:solidFill>
              </a:rPr>
              <a:t>9876543210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2025-11-02T22:09:02Z</dcterms:created>
  <dcterms:modified xsi:type="dcterms:W3CDTF">2025-11-02T22:09:02Z</dcterms:modified>
</cp:coreProperties>
</file>