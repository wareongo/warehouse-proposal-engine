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"/>
  </p:notes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Open Sauce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2.xml" Type="http://schemas.openxmlformats.org/officeDocument/2006/relationships/theme"/><Relationship Id="rId11" Target="notesSlides/notesSlide1.xml" Type="http://schemas.openxmlformats.org/officeDocument/2006/relationships/notes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notesMasters/notesMaster1.xml" Type="http://schemas.openxmlformats.org/officeDocument/2006/relationships/notes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  Description automatically generated with medium confidence"/>
          <p:cNvSpPr/>
          <p:nvPr/>
        </p:nvSpPr>
        <p:spPr>
          <a:xfrm flipH="false" flipV="false" rot="0">
            <a:off x="987264" y="292161"/>
            <a:ext cx="3722839" cy="723632"/>
          </a:xfrm>
          <a:custGeom>
            <a:avLst/>
            <a:gdLst/>
            <a:ahLst/>
            <a:cxnLst/>
            <a:rect r="r" b="b" t="t" l="l"/>
            <a:pathLst>
              <a:path h="723632" w="3722839">
                <a:moveTo>
                  <a:pt x="0" y="0"/>
                </a:moveTo>
                <a:lnTo>
                  <a:pt x="3722839" y="0"/>
                </a:lnTo>
                <a:lnTo>
                  <a:pt x="3722839" y="723631"/>
                </a:lnTo>
                <a:lnTo>
                  <a:pt x="0" y="723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293" t="0" r="-83" b="0"/>
            </a:stretch>
          </a:blipFill>
        </p:spPr>
      </p:sp>
      <p:sp>
        <p:nvSpPr>
          <p:cNvPr name="Freeform 3" id="3" descr="Logo  Description automatically generated with medium confidence"/>
          <p:cNvSpPr/>
          <p:nvPr/>
        </p:nvSpPr>
        <p:spPr>
          <a:xfrm flipH="false" flipV="false" rot="0">
            <a:off x="330423" y="305068"/>
            <a:ext cx="656842" cy="723632"/>
          </a:xfrm>
          <a:custGeom>
            <a:avLst/>
            <a:gdLst/>
            <a:ahLst/>
            <a:cxnLst/>
            <a:rect r="r" b="b" t="t" l="l"/>
            <a:pathLst>
              <a:path h="723632" w="656842">
                <a:moveTo>
                  <a:pt x="0" y="0"/>
                </a:moveTo>
                <a:lnTo>
                  <a:pt x="656841" y="0"/>
                </a:lnTo>
                <a:lnTo>
                  <a:pt x="656841" y="723632"/>
                </a:lnTo>
                <a:lnTo>
                  <a:pt x="0" y="723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2075" t="0" r="-56734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38678" y="216388"/>
            <a:ext cx="1916852" cy="22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0"/>
              </a:lnSpc>
            </a:pPr>
            <a:r>
              <a:rPr lang="en-US" sz="1293" spc="-25">
                <a:solidFill>
                  <a:srgbClr val="191919"/>
                </a:solidFill>
                <a:latin typeface="Open Sauce"/>
                <a:ea typeface="Open Sauce"/>
                <a:cs typeface="Open Sauce"/>
                <a:sym typeface="Open Sauce"/>
              </a:rPr>
              <a:t>TM</a:t>
            </a:r>
          </a:p>
        </p:txBody>
      </p:sp>
      <p:sp>
        <p:nvSpPr>
          <p:cNvPr name="Freeform 5" id="5" descr="Logo  Description automatically generated with medium confidence"/>
          <p:cNvSpPr/>
          <p:nvPr/>
        </p:nvSpPr>
        <p:spPr>
          <a:xfrm flipH="false" flipV="false" rot="0">
            <a:off x="15436460" y="-1299863"/>
            <a:ext cx="4227280" cy="4657126"/>
          </a:xfrm>
          <a:custGeom>
            <a:avLst/>
            <a:gdLst/>
            <a:ahLst/>
            <a:cxnLst/>
            <a:rect r="r" b="b" t="t" l="l"/>
            <a:pathLst>
              <a:path h="4657126" w="4227280">
                <a:moveTo>
                  <a:pt x="0" y="0"/>
                </a:moveTo>
                <a:lnTo>
                  <a:pt x="4227280" y="0"/>
                </a:lnTo>
                <a:lnTo>
                  <a:pt x="4227280" y="4657126"/>
                </a:lnTo>
                <a:lnTo>
                  <a:pt x="0" y="4657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2075" t="0" r="-567343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  Description automatically generated with medium confidence"/>
          <p:cNvSpPr/>
          <p:nvPr/>
        </p:nvSpPr>
        <p:spPr>
          <a:xfrm flipH="false" flipV="false" rot="0">
            <a:off x="330423" y="305068"/>
            <a:ext cx="656842" cy="723632"/>
          </a:xfrm>
          <a:custGeom>
            <a:avLst/>
            <a:gdLst/>
            <a:ahLst/>
            <a:cxnLst/>
            <a:rect r="r" b="b" t="t" l="l"/>
            <a:pathLst>
              <a:path h="723632" w="656842">
                <a:moveTo>
                  <a:pt x="0" y="0"/>
                </a:moveTo>
                <a:lnTo>
                  <a:pt x="656841" y="0"/>
                </a:lnTo>
                <a:lnTo>
                  <a:pt x="656841" y="723632"/>
                </a:lnTo>
                <a:lnTo>
                  <a:pt x="0" y="72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2075" t="0" r="-567343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8459046" y="1558185"/>
            <a:ext cx="1369907" cy="18432691"/>
          </a:xfrm>
          <a:custGeom>
            <a:avLst/>
            <a:gdLst/>
            <a:ahLst/>
            <a:cxnLst/>
            <a:rect r="r" b="b" t="t" l="l"/>
            <a:pathLst>
              <a:path h="18432691" w="1369907">
                <a:moveTo>
                  <a:pt x="1369908" y="0"/>
                </a:moveTo>
                <a:lnTo>
                  <a:pt x="0" y="0"/>
                </a:lnTo>
                <a:lnTo>
                  <a:pt x="0" y="18432690"/>
                </a:lnTo>
                <a:lnTo>
                  <a:pt x="1369908" y="18432690"/>
                </a:lnTo>
                <a:lnTo>
                  <a:pt x="136990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Logo  Description automatically generated with medium confidence"/>
          <p:cNvSpPr/>
          <p:nvPr/>
        </p:nvSpPr>
        <p:spPr>
          <a:xfrm flipH="false" flipV="false" rot="0">
            <a:off x="15436460" y="-1299863"/>
            <a:ext cx="4227280" cy="4657126"/>
          </a:xfrm>
          <a:custGeom>
            <a:avLst/>
            <a:gdLst/>
            <a:ahLst/>
            <a:cxnLst/>
            <a:rect r="r" b="b" t="t" l="l"/>
            <a:pathLst>
              <a:path h="4657126" w="4227280">
                <a:moveTo>
                  <a:pt x="0" y="0"/>
                </a:moveTo>
                <a:lnTo>
                  <a:pt x="4227280" y="0"/>
                </a:lnTo>
                <a:lnTo>
                  <a:pt x="4227280" y="4657126"/>
                </a:lnTo>
                <a:lnTo>
                  <a:pt x="0" y="4657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2075" t="0" r="-567343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  Description automatically generated with medium confidence"/>
          <p:cNvSpPr/>
          <p:nvPr/>
        </p:nvSpPr>
        <p:spPr>
          <a:xfrm flipH="false" flipV="false" rot="0">
            <a:off x="330423" y="305068"/>
            <a:ext cx="656842" cy="723632"/>
          </a:xfrm>
          <a:custGeom>
            <a:avLst/>
            <a:gdLst/>
            <a:ahLst/>
            <a:cxnLst/>
            <a:rect r="r" b="b" t="t" l="l"/>
            <a:pathLst>
              <a:path h="723632" w="656842">
                <a:moveTo>
                  <a:pt x="0" y="0"/>
                </a:moveTo>
                <a:lnTo>
                  <a:pt x="656841" y="0"/>
                </a:lnTo>
                <a:lnTo>
                  <a:pt x="656841" y="723632"/>
                </a:lnTo>
                <a:lnTo>
                  <a:pt x="0" y="723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2075" t="0" r="-567343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8459046" y="1558185"/>
            <a:ext cx="1369907" cy="18432691"/>
          </a:xfrm>
          <a:custGeom>
            <a:avLst/>
            <a:gdLst/>
            <a:ahLst/>
            <a:cxnLst/>
            <a:rect r="r" b="b" t="t" l="l"/>
            <a:pathLst>
              <a:path h="18432691" w="1369907">
                <a:moveTo>
                  <a:pt x="1369908" y="0"/>
                </a:moveTo>
                <a:lnTo>
                  <a:pt x="0" y="0"/>
                </a:lnTo>
                <a:lnTo>
                  <a:pt x="0" y="18432690"/>
                </a:lnTo>
                <a:lnTo>
                  <a:pt x="1369908" y="18432690"/>
                </a:lnTo>
                <a:lnTo>
                  <a:pt x="136990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Logo  Description automatically generated with medium confidence"/>
          <p:cNvSpPr/>
          <p:nvPr/>
        </p:nvSpPr>
        <p:spPr>
          <a:xfrm flipH="false" flipV="false" rot="0">
            <a:off x="15436460" y="-1299863"/>
            <a:ext cx="4227280" cy="4657126"/>
          </a:xfrm>
          <a:custGeom>
            <a:avLst/>
            <a:gdLst/>
            <a:ahLst/>
            <a:cxnLst/>
            <a:rect r="r" b="b" t="t" l="l"/>
            <a:pathLst>
              <a:path h="4657126" w="4227280">
                <a:moveTo>
                  <a:pt x="0" y="0"/>
                </a:moveTo>
                <a:lnTo>
                  <a:pt x="4227280" y="0"/>
                </a:lnTo>
                <a:lnTo>
                  <a:pt x="4227280" y="4657126"/>
                </a:lnTo>
                <a:lnTo>
                  <a:pt x="0" y="46571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</a:blip>
            <a:stretch>
              <a:fillRect l="2075" t="0" r="-56734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DAHKp6DAWrs</dc:identifier>
  <dcterms:modified xsi:type="dcterms:W3CDTF">2011-08-01T06:04:30Z</dcterms:modified>
  <cp:revision>1</cp:revision>
  <dc:title>Sample PPT Godamwale</dc:title>
</cp:coreProperties>
</file>