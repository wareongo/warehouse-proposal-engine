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maps.google.com/?q=28.668056,77.180885" TargetMode="External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image" Target="../media/image-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maps.app.goo.gl/awCnbUMnxEqPzmof7?g_st=ac" TargetMode="External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maps.app.goo.gl/24uBCARNoT3tY8GR8?g_st=aw" TargetMode="External"/><Relationship Id="rId2" Type="http://schemas.openxmlformats.org/officeDocument/2006/relationships/image" Target="../media/image-5-1.png"/><Relationship Id="rId3" Type="http://schemas.openxmlformats.org/officeDocument/2006/relationships/image" Target="../media/image-5-1.png"/><Relationship Id="rId4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XP7M+Q7J Bengaluru, Karnataka" TargetMode="External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maps.app.goo.gl/BuZpDKYwCMxh5Yh49?g_st=ac" TargetMode="External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image" Target="../media/image-7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rs0125/dev/wareongo/Warehouse-Proposal-Engine/assets/cover-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0"/>
            <a:ext cx="402336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120640" y="0"/>
            <a:ext cx="402336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120640" y="0"/>
            <a:ext cx="54864" cy="5143500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</p:sp>
      <p:pic>
        <p:nvPicPr>
          <p:cNvPr id="5" name="Image 1" descr="/home/rs0125/dev/wareongo/Warehouse-Proposal-Engine/assets/godamwal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"/>
            <a:ext cx="1828800" cy="3017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121408" y="118872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9191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TM</a:t>
            </a:r>
            <a:endParaRPr lang="en-US" sz="700" dirty="0"/>
          </a:p>
        </p:txBody>
      </p:sp>
      <p:pic>
        <p:nvPicPr>
          <p:cNvPr id="7" name="Image 2" descr="/home/rs0125/dev/wareongo/Warehouse-Proposal-Engine/assets/godamwale_icon.png">    </p:cNvPr>
          <p:cNvPicPr>
            <a:picLocks noChangeAspect="1"/>
          </p:cNvPicPr>
          <p:nvPr/>
        </p:nvPicPr>
        <p:blipFill>
          <a:blip r:embed="rId3">
            <a:alphaModFix amt="15000"/>
          </a:blip>
          <a:stretch>
            <a:fillRect/>
          </a:stretch>
        </p:blipFill>
        <p:spPr>
          <a:xfrm>
            <a:off x="7882128" y="-704088"/>
            <a:ext cx="2011680" cy="20116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29184" y="2232050"/>
            <a:ext cx="47091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Warehouse Options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for </a:t>
            </a:r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Demo Client</a:t>
            </a:r>
            <a:endParaRPr lang="en-US" sz="3000" dirty="0"/>
          </a:p>
        </p:txBody>
      </p:sp>
      <p:sp>
        <p:nvSpPr>
          <p:cNvPr id="9" name="Shape 4"/>
          <p:cNvSpPr/>
          <p:nvPr/>
        </p:nvSpPr>
        <p:spPr>
          <a:xfrm>
            <a:off x="402336" y="3858768"/>
            <a:ext cx="457200" cy="50292"/>
          </a:xfrm>
          <a:prstGeom prst="rect">
            <a:avLst/>
          </a:prstGeom>
          <a:solidFill>
            <a:srgbClr val="D42020"/>
          </a:solidFill>
          <a:ln w="12700">
            <a:solidFill>
              <a:srgbClr val="D42020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819302" y="3858768"/>
            <a:ext cx="3017520" cy="50292"/>
          </a:xfrm>
          <a:prstGeom prst="rect">
            <a:avLst/>
          </a:prstGeom>
          <a:solidFill>
            <a:srgbClr val="D0D0D0"/>
          </a:solidFill>
          <a:ln w="12700">
            <a:solidFill>
              <a:srgbClr val="D0D0D0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329184" y="4041648"/>
            <a:ext cx="355335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Delhi   ·   5 Properties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11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INDEX</a:t>
            </a:r>
            <a:endParaRPr lang="en-US" sz="2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37844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731520"/>
                <a:gridCol w="2468880"/>
                <a:gridCol w="1828800"/>
                <a:gridCol w="128016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S.No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WH ID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Location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Quoted Monthly Rental (INR/Sq.ft)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Offered Area (Sq.ft)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Availability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1811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Moti Bagh Industrial Area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41/-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2700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Immediate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1812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Avalahalli, Old Madras Road, Near Whitefield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25/-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40000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1813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Balaji Nagar Kadachanendhal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33/-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680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Immediate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1814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Whitefield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115 sft negotiable/-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7200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5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1815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New Udupi Krishna Naivedhya Bomasandra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40 negotiable/-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10000, 9000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8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/home/rs0125/dev/wareongo/Warehouse-Proposal-Engine/assets/godamwale_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55448"/>
            <a:ext cx="329184" cy="329184"/>
          </a:xfrm>
          <a:prstGeom prst="rect">
            <a:avLst/>
          </a:prstGeom>
        </p:spPr>
      </p:pic>
      <p:pic>
        <p:nvPicPr>
          <p:cNvPr id="5" name="Image 1" descr="/home/rs0125/dev/wareongo/Warehouse-Proposal-Engine/assets/godamwale_icon.png">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7882128" y="-704088"/>
            <a:ext cx="2011680" cy="2011680"/>
          </a:xfrm>
          <a:prstGeom prst="rect">
            <a:avLst/>
          </a:prstGeom>
        </p:spPr>
      </p:pic>
      <p:pic>
        <p:nvPicPr>
          <p:cNvPr id="6" name="Image 2" descr="/home/rs0125/dev/wareongo/Warehouse-Proposal-Engine/assets/godamwale_bottom_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47488"/>
            <a:ext cx="9144000" cy="960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606040" y="0"/>
            <a:ext cx="0" cy="514350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1323"/>
            <a:ext cx="1874520" cy="448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Option 1 - ID 1811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382" y="56656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Location Details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72338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Address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Delhi, New Delhi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Google Maps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u="sng" dirty="0">
                          <a:solidFill>
                            <a:srgbClr val="1A56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28.668056, 77.180885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2" y="1505651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Specifications</a:t>
            </a:r>
            <a:endParaRPr lang="en-US" sz="10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811426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868680"/>
                <a:gridCol w="77724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Offered Area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2700 sqft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Building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RCC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Docks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Height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22 eaves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Flooring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Unverified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Unverified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Fire Safety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Compliances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Industrial CLU CLU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Fire NOC - N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Handover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Immediate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1382" y="429502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Commercials</a:t>
            </a:r>
            <a:endParaRPr lang="en-US" sz="100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4600804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Rent per sq.ft (INR)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41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Image 0" descr="/home/rs0125/dev/wareongo/Warehouse-Proposal-Engine/assets/godamwale_icon.png">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7882128" y="-704088"/>
            <a:ext cx="2011680" cy="20116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651760" y="365760"/>
            <a:ext cx="6080760" cy="434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Photos not available.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 be provided upon request.</a:t>
            </a:r>
            <a:endParaRPr lang="en-US" sz="1400" dirty="0"/>
          </a:p>
        </p:txBody>
      </p:sp>
      <p:pic>
        <p:nvPicPr>
          <p:cNvPr id="13" name="Image 1" descr="/home/rs0125/dev/wareongo/Warehouse-Proposal-Engine/assets/godamwale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55448"/>
            <a:ext cx="329184" cy="329184"/>
          </a:xfrm>
          <a:prstGeom prst="rect">
            <a:avLst/>
          </a:prstGeom>
        </p:spPr>
      </p:pic>
      <p:pic>
        <p:nvPicPr>
          <p:cNvPr id="14" name="Image 2" descr="/home/rs0125/dev/wareongo/Warehouse-Proposal-Engine/assets/godamwale_bottom_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47488"/>
            <a:ext cx="9144000" cy="960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606040" y="0"/>
            <a:ext cx="0" cy="514350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1323"/>
            <a:ext cx="1874520" cy="448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Option 2 - ID 1812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382" y="56656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Location Details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72338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Address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Bangalore, Karnataka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Google Maps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u="sng" dirty="0">
                          <a:solidFill>
                            <a:srgbClr val="1A56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See link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2" y="1505651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Specifications</a:t>
            </a:r>
            <a:endParaRPr lang="en-US" sz="10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811426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868680"/>
                <a:gridCol w="77724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Offered Area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40000 sqft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Building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Shed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Docks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3ft plinth height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Height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25ft eaves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30ft centre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Flooring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VDF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Unverified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Fire Safety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Compliances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Warehouse CLU CLU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Fire NOC - N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Handover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1382" y="442533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Commercials</a:t>
            </a:r>
            <a:endParaRPr lang="en-US" sz="10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4731106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Rent per sq.ft (INR)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25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Image 0" descr="/home/rs0125/dev/wareongo/Warehouse-Proposal-Engine/assets/godamwale_icon.png">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7882128" y="-704088"/>
            <a:ext cx="2011680" cy="20116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651760" y="365760"/>
            <a:ext cx="6080760" cy="434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Photos not available.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 be provided upon request.</a:t>
            </a:r>
            <a:endParaRPr lang="en-US" sz="1400" dirty="0"/>
          </a:p>
        </p:txBody>
      </p:sp>
      <p:pic>
        <p:nvPicPr>
          <p:cNvPr id="13" name="Image 1" descr="/home/rs0125/dev/wareongo/Warehouse-Proposal-Engine/assets/godamwale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55448"/>
            <a:ext cx="329184" cy="329184"/>
          </a:xfrm>
          <a:prstGeom prst="rect">
            <a:avLst/>
          </a:prstGeom>
        </p:spPr>
      </p:pic>
      <p:pic>
        <p:nvPicPr>
          <p:cNvPr id="14" name="Image 2" descr="/home/rs0125/dev/wareongo/Warehouse-Proposal-Engine/assets/godamwale_bottom_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47488"/>
            <a:ext cx="9144000" cy="960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606040" y="0"/>
            <a:ext cx="0" cy="514350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1323"/>
            <a:ext cx="1874520" cy="448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Option 3 - ID 1813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382" y="56656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Location Details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72338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Address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Madurai, Tamilnadu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Google Maps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u="sng" dirty="0">
                          <a:solidFill>
                            <a:srgbClr val="1A56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9.9739699, 78.1673481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2" y="1505651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Specifications</a:t>
            </a:r>
            <a:endParaRPr lang="en-US" sz="10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811426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868680"/>
                <a:gridCol w="77724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Offered Area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680 sqft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Building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RCC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Docks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Not verified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Height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11 eaves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Flooring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Unverified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Unverified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Fire Safety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Compliances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Unverified CLU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Fire NOC - N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Handover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Immediate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1382" y="4164726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Commercials</a:t>
            </a:r>
            <a:endParaRPr lang="en-US" sz="10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4470502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Rent per sq.ft (INR)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33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Image 0" descr="/home/rs0125/dev/wareongo/Warehouse-Proposal-Engine/assets/godamwale_icon.png">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7882128" y="-704088"/>
            <a:ext cx="2011680" cy="20116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651760" y="365760"/>
            <a:ext cx="6080760" cy="434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Photos not available.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 be provided upon request.</a:t>
            </a:r>
            <a:endParaRPr lang="en-US" sz="1400" dirty="0"/>
          </a:p>
        </p:txBody>
      </p:sp>
      <p:pic>
        <p:nvPicPr>
          <p:cNvPr id="13" name="Image 1" descr="/home/rs0125/dev/wareongo/Warehouse-Proposal-Engine/assets/godamwale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55448"/>
            <a:ext cx="329184" cy="329184"/>
          </a:xfrm>
          <a:prstGeom prst="rect">
            <a:avLst/>
          </a:prstGeom>
        </p:spPr>
      </p:pic>
      <p:pic>
        <p:nvPicPr>
          <p:cNvPr id="14" name="Image 2" descr="/home/rs0125/dev/wareongo/Warehouse-Proposal-Engine/assets/godamwale_bottom_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47488"/>
            <a:ext cx="9144000" cy="960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606040" y="0"/>
            <a:ext cx="0" cy="514350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1323"/>
            <a:ext cx="1874520" cy="448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Option 4 - ID 1814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382" y="56656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Location Details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72338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Address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Bangalore, Karnataka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Google Maps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u="sng" dirty="0">
                          <a:solidFill>
                            <a:srgbClr val="1A56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See link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2" y="1505651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Specifications</a:t>
            </a:r>
            <a:endParaRPr lang="en-US" sz="10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811426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868680"/>
                <a:gridCol w="77724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Offered Area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7200 sqft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Building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RCC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Docks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Height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 feet centre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Flooring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FM2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Unverified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Fire Safety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Compliances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Commercial CLU CLU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Fire NOC - N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Handover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1382" y="442533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Commercials</a:t>
            </a:r>
            <a:endParaRPr lang="en-US" sz="10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4731106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Rent per sq.ft (INR)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115 sft negotiable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Image 0" descr="/home/rs0125/dev/wareongo/Warehouse-Proposal-Engine/assets/godamwale_icon.png">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7882128" y="-704088"/>
            <a:ext cx="2011680" cy="20116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651760" y="365760"/>
            <a:ext cx="6080760" cy="434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Photos not available.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 be provided upon request.</a:t>
            </a:r>
            <a:endParaRPr lang="en-US" sz="1400" dirty="0"/>
          </a:p>
        </p:txBody>
      </p:sp>
      <p:pic>
        <p:nvPicPr>
          <p:cNvPr id="13" name="Image 1" descr="/home/rs0125/dev/wareongo/Warehouse-Proposal-Engine/assets/godamwale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55448"/>
            <a:ext cx="329184" cy="329184"/>
          </a:xfrm>
          <a:prstGeom prst="rect">
            <a:avLst/>
          </a:prstGeom>
        </p:spPr>
      </p:pic>
      <p:pic>
        <p:nvPicPr>
          <p:cNvPr id="14" name="Image 2" descr="/home/rs0125/dev/wareongo/Warehouse-Proposal-Engine/assets/godamwale_bottom_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47488"/>
            <a:ext cx="9144000" cy="960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6060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606040" y="0"/>
            <a:ext cx="0" cy="5143500"/>
          </a:xfrm>
          <a:prstGeom prst="line">
            <a:avLst/>
          </a:prstGeom>
          <a:noFill/>
          <a:ln w="6350">
            <a:solidFill>
              <a:srgbClr val="D0D0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71323"/>
            <a:ext cx="1874520" cy="448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Option 5 - ID 1815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382" y="56656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Location Details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72338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Address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Bangalore, Karnataka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Google Maps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u="sng" dirty="0">
                          <a:solidFill>
                            <a:srgbClr val="1A56DB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  <a:hlinkClick r:id="rId1" invalidUrl="" action="" tgtFrame="" tooltip="" history="1" highlightClick="0" endSnd="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See link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382" y="1505651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Specifications</a:t>
            </a:r>
            <a:endParaRPr lang="en-US" sz="10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811426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868680"/>
                <a:gridCol w="777240"/>
              </a:tblGrid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Offered Area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10000, 9000 sqft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Building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Shed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Docks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Height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25 ft centre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Flooring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VDF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Unverified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Fire Safety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N/A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Compliances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Warehouse CLU CLU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Fire NOC - N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66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Handover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Yes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1382" y="4295028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Commercials</a:t>
            </a:r>
            <a:endParaRPr lang="en-US" sz="10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4600804"/>
          <a:ext cx="2395728" cy="914400"/>
        </p:xfrm>
        <a:graphic>
          <a:graphicData uri="http://schemas.openxmlformats.org/drawingml/2006/table">
            <a:tbl>
              <a:tblPr/>
              <a:tblGrid>
                <a:gridCol w="749808"/>
                <a:gridCol w="1645920"/>
              </a:tblGrid>
              <a:tr h="41696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  <a:latin typeface="Montserrat SemiBold" pitchFamily="34" charset="0"/>
                          <a:ea typeface="Montserrat SemiBold" pitchFamily="34" charset="-122"/>
                          <a:cs typeface="Montserrat SemiBold" pitchFamily="34" charset="-120"/>
                        </a:rPr>
                        <a:t>Rent per sq.ft (INR)</a:t>
                      </a:r>
                      <a:endParaRPr lang="en-US" sz="700" dirty="0">
                        <a:latin typeface="Montserrat SemiBold" charset="0"/>
                        <a:ea typeface="Montserrat SemiBold" charset="0"/>
                        <a:cs typeface="Montserrat SemiBold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40 negotiable</a:t>
                      </a:r>
                      <a:endParaRPr lang="en-US" sz="7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Image 0" descr="/home/rs0125/dev/wareongo/Warehouse-Proposal-Engine/assets/godamwale_icon.png">    </p:cNvPr>
          <p:cNvPicPr>
            <a:picLocks noChangeAspect="1"/>
          </p:cNvPicPr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7882128" y="-704088"/>
            <a:ext cx="2011680" cy="20116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651760" y="365760"/>
            <a:ext cx="6080760" cy="4343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Photos not available.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 be provided upon request.</a:t>
            </a:r>
            <a:endParaRPr lang="en-US" sz="1400" dirty="0"/>
          </a:p>
        </p:txBody>
      </p:sp>
      <p:pic>
        <p:nvPicPr>
          <p:cNvPr id="13" name="Image 1" descr="/home/rs0125/dev/wareongo/Warehouse-Proposal-Engine/assets/godamwale_ic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" y="155448"/>
            <a:ext cx="329184" cy="329184"/>
          </a:xfrm>
          <a:prstGeom prst="rect">
            <a:avLst/>
          </a:prstGeom>
        </p:spPr>
      </p:pic>
      <p:pic>
        <p:nvPicPr>
          <p:cNvPr id="14" name="Image 2" descr="/home/rs0125/dev/wareongo/Warehouse-Proposal-Engine/assets/godamwale_bottom_b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47488"/>
            <a:ext cx="9144000" cy="960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2026-06-04T06:27:22Z</dcterms:created>
  <dcterms:modified xsi:type="dcterms:W3CDTF">2026-06-04T06:27:22Z</dcterms:modified>
</cp:coreProperties>
</file>