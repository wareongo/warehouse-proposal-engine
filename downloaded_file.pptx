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CG Logistics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50,000sft in Shamshabad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2560320"/>
                <a:gridCol w="2560320"/>
                <a:gridCol w="25603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Dhaval Gupta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+91 83188 25478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2025-11-02T22:10:20Z</dcterms:created>
  <dcterms:modified xsi:type="dcterms:W3CDTF">2025-11-02T22:10:20Z</dcterms:modified>
</cp:coreProperties>
</file>